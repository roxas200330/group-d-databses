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54" r:id="rId4"/>
  </p:sldMasterIdLst>
  <p:notesMasterIdLst>
    <p:notesMasterId r:id="rId20"/>
  </p:notesMasterIdLst>
  <p:handoutMasterIdLst>
    <p:handoutMasterId r:id="rId21"/>
  </p:handoutMasterIdLst>
  <p:sldIdLst>
    <p:sldId id="261" r:id="rId5"/>
    <p:sldId id="273" r:id="rId6"/>
    <p:sldId id="321" r:id="rId7"/>
    <p:sldId id="316" r:id="rId8"/>
    <p:sldId id="326" r:id="rId9"/>
    <p:sldId id="329" r:id="rId10"/>
    <p:sldId id="328" r:id="rId11"/>
    <p:sldId id="317" r:id="rId12"/>
    <p:sldId id="327" r:id="rId13"/>
    <p:sldId id="318" r:id="rId14"/>
    <p:sldId id="324" r:id="rId15"/>
    <p:sldId id="319" r:id="rId16"/>
    <p:sldId id="300" r:id="rId17"/>
    <p:sldId id="325" r:id="rId18"/>
    <p:sldId id="31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87175F"/>
    <a:srgbClr val="EEC621"/>
    <a:srgbClr val="E58C09"/>
    <a:srgbClr val="43467B"/>
    <a:srgbClr val="AEA422"/>
    <a:srgbClr val="F69E1D"/>
    <a:srgbClr val="E19E6B"/>
    <a:srgbClr val="75503A"/>
    <a:srgbClr val="DDB6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13" autoAdjust="0"/>
    <p:restoredTop sz="95034" autoAdjust="0"/>
  </p:normalViewPr>
  <p:slideViewPr>
    <p:cSldViewPr>
      <p:cViewPr>
        <p:scale>
          <a:sx n="90" d="100"/>
          <a:sy n="90" d="100"/>
        </p:scale>
        <p:origin x="379" y="-278"/>
      </p:cViewPr>
      <p:guideLst/>
    </p:cSldViewPr>
  </p:slideViewPr>
  <p:outlineViewPr>
    <p:cViewPr>
      <p:scale>
        <a:sx n="33" d="100"/>
        <a:sy n="33" d="100"/>
      </p:scale>
      <p:origin x="0" y="-2082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60" d="100"/>
          <a:sy n="60" d="100"/>
        </p:scale>
        <p:origin x="3187" y="3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464472-DAE5-4012-9A5A-CB432293B4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w Cen MT" panose="020B0602020104020603" pitchFamily="34" charset="0"/>
            </a:endParaRPr>
          </a:p>
        </p:txBody>
      </p:sp>
      <p:sp>
        <p:nvSpPr>
          <p:cNvPr id="3" name="Date Placeholder 2">
            <a:extLst>
              <a:ext uri="{FF2B5EF4-FFF2-40B4-BE49-F238E27FC236}">
                <a16:creationId xmlns:a16="http://schemas.microsoft.com/office/drawing/2014/main" id="{0586DB41-0314-4E22-8F5A-547FA67B06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33E32-5603-440A-ACDD-7442C88C5FED}" type="datetimeFigureOut">
              <a:rPr lang="en-US" smtClean="0">
                <a:latin typeface="Tw Cen MT" panose="020B0602020104020603" pitchFamily="34" charset="0"/>
              </a:rPr>
              <a:t>7/19/2026</a:t>
            </a:fld>
            <a:endParaRPr lang="en-US" dirty="0">
              <a:latin typeface="Tw Cen MT" panose="020B0602020104020603" pitchFamily="34" charset="0"/>
            </a:endParaRPr>
          </a:p>
        </p:txBody>
      </p:sp>
      <p:sp>
        <p:nvSpPr>
          <p:cNvPr id="4" name="Footer Placeholder 3">
            <a:extLst>
              <a:ext uri="{FF2B5EF4-FFF2-40B4-BE49-F238E27FC236}">
                <a16:creationId xmlns:a16="http://schemas.microsoft.com/office/drawing/2014/main" id="{D563188E-D235-4A3B-823C-E0E10F336C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w Cen MT" panose="020B0602020104020603" pitchFamily="34" charset="0"/>
            </a:endParaRPr>
          </a:p>
        </p:txBody>
      </p:sp>
      <p:sp>
        <p:nvSpPr>
          <p:cNvPr id="5" name="Slide Number Placeholder 4">
            <a:extLst>
              <a:ext uri="{FF2B5EF4-FFF2-40B4-BE49-F238E27FC236}">
                <a16:creationId xmlns:a16="http://schemas.microsoft.com/office/drawing/2014/main" id="{04D3A68C-A1CC-4704-8503-01E13B0AED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BB1589-0F8A-400D-AEF4-57688446A2F5}" type="slidenum">
              <a:rPr lang="en-US" smtClean="0">
                <a:latin typeface="Tw Cen MT" panose="020B0602020104020603" pitchFamily="34" charset="0"/>
              </a:rPr>
              <a:t>‹#›</a:t>
            </a:fld>
            <a:endParaRPr lang="en-US" dirty="0">
              <a:latin typeface="Tw Cen MT" panose="020B0602020104020603" pitchFamily="34" charset="0"/>
            </a:endParaRPr>
          </a:p>
        </p:txBody>
      </p:sp>
    </p:spTree>
    <p:extLst>
      <p:ext uri="{BB962C8B-B14F-4D97-AF65-F5344CB8AC3E}">
        <p14:creationId xmlns:p14="http://schemas.microsoft.com/office/powerpoint/2010/main" val="28219105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w Cen MT" panose="020B0602020104020603" pitchFamily="34" charset="0"/>
              </a:defRPr>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w Cen MT" panose="020B0602020104020603" pitchFamily="34" charset="0"/>
              </a:defRPr>
            </a:lvl1pPr>
          </a:lstStyle>
          <a:p>
            <a:fld id="{AF4A386A-BFE4-4655-9801-CBB04655F27A}" type="datetimeFigureOut">
              <a:rPr lang="en-US" noProof="0" smtClean="0"/>
              <a:pPr/>
              <a:t>7/19/2026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w Cen MT" panose="020B0602020104020603" pitchFamily="34" charset="0"/>
              </a:defRPr>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w Cen MT" panose="020B0602020104020603" pitchFamily="34" charset="0"/>
              </a:defRPr>
            </a:lvl1pPr>
          </a:lstStyle>
          <a:p>
            <a:fld id="{DAE5FABD-26C8-4F74-B1E3-45BC91BC9D7B}" type="slidenum">
              <a:rPr lang="en-US" noProof="0" smtClean="0"/>
              <a:pPr/>
              <a:t>‹#›</a:t>
            </a:fld>
            <a:endParaRPr lang="en-US" noProof="0" dirty="0"/>
          </a:p>
        </p:txBody>
      </p:sp>
    </p:spTree>
    <p:extLst>
      <p:ext uri="{BB962C8B-B14F-4D97-AF65-F5344CB8AC3E}">
        <p14:creationId xmlns:p14="http://schemas.microsoft.com/office/powerpoint/2010/main" val="250775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w Cen MT" panose="020B0602020104020603" pitchFamily="34" charset="0"/>
        <a:ea typeface="+mn-ea"/>
        <a:cs typeface="+mn-cs"/>
      </a:defRPr>
    </a:lvl1pPr>
    <a:lvl2pPr marL="457200" algn="l" defTabSz="914400" rtl="0" eaLnBrk="1" latinLnBrk="0" hangingPunct="1">
      <a:defRPr sz="1200" kern="1200">
        <a:solidFill>
          <a:schemeClr val="tx1"/>
        </a:solidFill>
        <a:latin typeface="Tw Cen MT" panose="020B0602020104020603" pitchFamily="34" charset="0"/>
        <a:ea typeface="+mn-ea"/>
        <a:cs typeface="+mn-cs"/>
      </a:defRPr>
    </a:lvl2pPr>
    <a:lvl3pPr marL="914400" algn="l" defTabSz="914400" rtl="0" eaLnBrk="1" latinLnBrk="0" hangingPunct="1">
      <a:defRPr sz="1200" kern="1200">
        <a:solidFill>
          <a:schemeClr val="tx1"/>
        </a:solidFill>
        <a:latin typeface="Tw Cen MT" panose="020B0602020104020603" pitchFamily="34" charset="0"/>
        <a:ea typeface="+mn-ea"/>
        <a:cs typeface="+mn-cs"/>
      </a:defRPr>
    </a:lvl3pPr>
    <a:lvl4pPr marL="1371600" algn="l" defTabSz="914400" rtl="0" eaLnBrk="1" latinLnBrk="0" hangingPunct="1">
      <a:defRPr sz="1200" kern="1200">
        <a:solidFill>
          <a:schemeClr val="tx1"/>
        </a:solidFill>
        <a:latin typeface="Tw Cen MT" panose="020B0602020104020603" pitchFamily="34" charset="0"/>
        <a:ea typeface="+mn-ea"/>
        <a:cs typeface="+mn-cs"/>
      </a:defRPr>
    </a:lvl4pPr>
    <a:lvl5pPr marL="1828800" algn="l" defTabSz="914400" rtl="0" eaLnBrk="1" latinLnBrk="0" hangingPunct="1">
      <a:defRPr sz="1200" kern="1200">
        <a:solidFill>
          <a:schemeClr val="tx1"/>
        </a:solidFill>
        <a:latin typeface="Tw Cen MT" panose="020B06020201040206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a:t>
            </a:fld>
            <a:endParaRPr lang="en-US" noProof="0" dirty="0"/>
          </a:p>
        </p:txBody>
      </p:sp>
    </p:spTree>
    <p:extLst>
      <p:ext uri="{BB962C8B-B14F-4D97-AF65-F5344CB8AC3E}">
        <p14:creationId xmlns:p14="http://schemas.microsoft.com/office/powerpoint/2010/main" val="3147987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2</a:t>
            </a:fld>
            <a:endParaRPr lang="en-US" noProof="0" dirty="0"/>
          </a:p>
        </p:txBody>
      </p:sp>
    </p:spTree>
    <p:extLst>
      <p:ext uri="{BB962C8B-B14F-4D97-AF65-F5344CB8AC3E}">
        <p14:creationId xmlns:p14="http://schemas.microsoft.com/office/powerpoint/2010/main" val="74491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C8CC7-EB0E-0DAD-568E-3962D6F80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D7A95-D4A3-C70A-9C4C-D4E826B37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E550E3-4FF3-9F20-3CFE-54B8AE5A29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7B187F-8659-E439-9093-F07505617A28}"/>
              </a:ext>
            </a:extLst>
          </p:cNvPr>
          <p:cNvSpPr>
            <a:spLocks noGrp="1"/>
          </p:cNvSpPr>
          <p:nvPr>
            <p:ph type="sldNum" sz="quarter" idx="5"/>
          </p:nvPr>
        </p:nvSpPr>
        <p:spPr/>
        <p:txBody>
          <a:bodyPr/>
          <a:lstStyle/>
          <a:p>
            <a:fld id="{DAE5FABD-26C8-4F74-B1E3-45BC91BC9D7B}" type="slidenum">
              <a:rPr lang="en-US" noProof="0" smtClean="0"/>
              <a:pPr/>
              <a:t>3</a:t>
            </a:fld>
            <a:endParaRPr lang="en-US" noProof="0" dirty="0"/>
          </a:p>
        </p:txBody>
      </p:sp>
    </p:spTree>
    <p:extLst>
      <p:ext uri="{BB962C8B-B14F-4D97-AF65-F5344CB8AC3E}">
        <p14:creationId xmlns:p14="http://schemas.microsoft.com/office/powerpoint/2010/main" val="960096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AFD32-7245-E2EE-7E54-9882A7B0B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D2C64-3C79-3D9E-7ADB-251399C2F6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A0C50-98BD-03C0-D558-A9B4ACC4BB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EFB1D6-E3E2-C0FB-29E1-1550607851EC}"/>
              </a:ext>
            </a:extLst>
          </p:cNvPr>
          <p:cNvSpPr>
            <a:spLocks noGrp="1"/>
          </p:cNvSpPr>
          <p:nvPr>
            <p:ph type="sldNum" sz="quarter" idx="5"/>
          </p:nvPr>
        </p:nvSpPr>
        <p:spPr/>
        <p:txBody>
          <a:bodyPr/>
          <a:lstStyle/>
          <a:p>
            <a:fld id="{DAE5FABD-26C8-4F74-B1E3-45BC91BC9D7B}" type="slidenum">
              <a:rPr lang="en-US" noProof="0" smtClean="0"/>
              <a:pPr/>
              <a:t>4</a:t>
            </a:fld>
            <a:endParaRPr lang="en-US" noProof="0" dirty="0"/>
          </a:p>
        </p:txBody>
      </p:sp>
    </p:spTree>
    <p:extLst>
      <p:ext uri="{BB962C8B-B14F-4D97-AF65-F5344CB8AC3E}">
        <p14:creationId xmlns:p14="http://schemas.microsoft.com/office/powerpoint/2010/main" val="1531885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61E8B-1140-29BF-2B5C-B9D90ECD9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943D8A-3E63-9192-86A2-6A3D6D8C4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CA8176-12A9-B1B0-0E1A-EB19DC4F69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3F9412-E518-98A1-EF34-A9EB66728215}"/>
              </a:ext>
            </a:extLst>
          </p:cNvPr>
          <p:cNvSpPr>
            <a:spLocks noGrp="1"/>
          </p:cNvSpPr>
          <p:nvPr>
            <p:ph type="sldNum" sz="quarter" idx="5"/>
          </p:nvPr>
        </p:nvSpPr>
        <p:spPr/>
        <p:txBody>
          <a:bodyPr/>
          <a:lstStyle/>
          <a:p>
            <a:fld id="{DAE5FABD-26C8-4F74-B1E3-45BC91BC9D7B}" type="slidenum">
              <a:rPr lang="en-US" noProof="0" smtClean="0"/>
              <a:pPr/>
              <a:t>5</a:t>
            </a:fld>
            <a:endParaRPr lang="en-US" noProof="0" dirty="0"/>
          </a:p>
        </p:txBody>
      </p:sp>
    </p:spTree>
    <p:extLst>
      <p:ext uri="{BB962C8B-B14F-4D97-AF65-F5344CB8AC3E}">
        <p14:creationId xmlns:p14="http://schemas.microsoft.com/office/powerpoint/2010/main" val="2069442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03529-3594-6D01-2C21-BBB15F093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F79C76-6376-05E0-DD98-6571BEA079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2612BF-E75C-A04E-ED81-28A117DF19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CD3B2E-CAA2-1592-3361-989D22031E0B}"/>
              </a:ext>
            </a:extLst>
          </p:cNvPr>
          <p:cNvSpPr>
            <a:spLocks noGrp="1"/>
          </p:cNvSpPr>
          <p:nvPr>
            <p:ph type="sldNum" sz="quarter" idx="5"/>
          </p:nvPr>
        </p:nvSpPr>
        <p:spPr/>
        <p:txBody>
          <a:bodyPr/>
          <a:lstStyle/>
          <a:p>
            <a:fld id="{DAE5FABD-26C8-4F74-B1E3-45BC91BC9D7B}" type="slidenum">
              <a:rPr lang="en-US" noProof="0" smtClean="0"/>
              <a:pPr/>
              <a:t>6</a:t>
            </a:fld>
            <a:endParaRPr lang="en-US" noProof="0" dirty="0"/>
          </a:p>
        </p:txBody>
      </p:sp>
    </p:spTree>
    <p:extLst>
      <p:ext uri="{BB962C8B-B14F-4D97-AF65-F5344CB8AC3E}">
        <p14:creationId xmlns:p14="http://schemas.microsoft.com/office/powerpoint/2010/main" val="3215294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3ED0F-FFB9-D985-CEB0-BDB2F6222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5E1F4-B079-14C3-42D0-940E07458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4ACBD-0A99-BCBF-076F-E64466EF07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6572C1-850F-2D5C-9D18-54CA75ED75F4}"/>
              </a:ext>
            </a:extLst>
          </p:cNvPr>
          <p:cNvSpPr>
            <a:spLocks noGrp="1"/>
          </p:cNvSpPr>
          <p:nvPr>
            <p:ph type="sldNum" sz="quarter" idx="5"/>
          </p:nvPr>
        </p:nvSpPr>
        <p:spPr/>
        <p:txBody>
          <a:bodyPr/>
          <a:lstStyle/>
          <a:p>
            <a:fld id="{DAE5FABD-26C8-4F74-B1E3-45BC91BC9D7B}" type="slidenum">
              <a:rPr lang="en-US" noProof="0" smtClean="0"/>
              <a:pPr/>
              <a:t>7</a:t>
            </a:fld>
            <a:endParaRPr lang="en-US" noProof="0" dirty="0"/>
          </a:p>
        </p:txBody>
      </p:sp>
    </p:spTree>
    <p:extLst>
      <p:ext uri="{BB962C8B-B14F-4D97-AF65-F5344CB8AC3E}">
        <p14:creationId xmlns:p14="http://schemas.microsoft.com/office/powerpoint/2010/main" val="1941721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8727C-9D7D-C83A-7DBE-B85F427023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ABDFE-1EAD-5700-AD3E-D45175A478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80DC7-1F47-BD68-D060-C8EEF651F0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A16351-53BD-A0D3-56F9-7BC430A5577E}"/>
              </a:ext>
            </a:extLst>
          </p:cNvPr>
          <p:cNvSpPr>
            <a:spLocks noGrp="1"/>
          </p:cNvSpPr>
          <p:nvPr>
            <p:ph type="sldNum" sz="quarter" idx="5"/>
          </p:nvPr>
        </p:nvSpPr>
        <p:spPr/>
        <p:txBody>
          <a:bodyPr/>
          <a:lstStyle/>
          <a:p>
            <a:fld id="{DAE5FABD-26C8-4F74-B1E3-45BC91BC9D7B}" type="slidenum">
              <a:rPr lang="en-US" noProof="0" smtClean="0"/>
              <a:pPr/>
              <a:t>8</a:t>
            </a:fld>
            <a:endParaRPr lang="en-US" noProof="0" dirty="0"/>
          </a:p>
        </p:txBody>
      </p:sp>
    </p:spTree>
    <p:extLst>
      <p:ext uri="{BB962C8B-B14F-4D97-AF65-F5344CB8AC3E}">
        <p14:creationId xmlns:p14="http://schemas.microsoft.com/office/powerpoint/2010/main" val="1829279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D0024-233E-AAB6-FAA0-AFE9D233F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D622D-1A53-6DC7-73B7-7C9F2E84B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64DDE-2E76-CB08-4F98-0D6DE16FE0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840E16-5AD3-45ED-6C24-5D22DC8DAFF8}"/>
              </a:ext>
            </a:extLst>
          </p:cNvPr>
          <p:cNvSpPr>
            <a:spLocks noGrp="1"/>
          </p:cNvSpPr>
          <p:nvPr>
            <p:ph type="sldNum" sz="quarter" idx="5"/>
          </p:nvPr>
        </p:nvSpPr>
        <p:spPr/>
        <p:txBody>
          <a:bodyPr/>
          <a:lstStyle/>
          <a:p>
            <a:fld id="{DAE5FABD-26C8-4F74-B1E3-45BC91BC9D7B}" type="slidenum">
              <a:rPr lang="en-US" noProof="0" smtClean="0"/>
              <a:pPr/>
              <a:t>9</a:t>
            </a:fld>
            <a:endParaRPr lang="en-US" noProof="0" dirty="0"/>
          </a:p>
        </p:txBody>
      </p:sp>
    </p:spTree>
    <p:extLst>
      <p:ext uri="{BB962C8B-B14F-4D97-AF65-F5344CB8AC3E}">
        <p14:creationId xmlns:p14="http://schemas.microsoft.com/office/powerpoint/2010/main" val="34162402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C6AEE-A04E-2A9B-9F69-EDE9924AC0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D1128-99D3-1762-FC61-399E8ACDD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49B5C9-EC39-1E6C-7301-2CDD985CEA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7987B8-BE91-065A-F5E9-71E13228C7BC}"/>
              </a:ext>
            </a:extLst>
          </p:cNvPr>
          <p:cNvSpPr>
            <a:spLocks noGrp="1"/>
          </p:cNvSpPr>
          <p:nvPr>
            <p:ph type="sldNum" sz="quarter" idx="5"/>
          </p:nvPr>
        </p:nvSpPr>
        <p:spPr/>
        <p:txBody>
          <a:bodyPr/>
          <a:lstStyle/>
          <a:p>
            <a:fld id="{DAE5FABD-26C8-4F74-B1E3-45BC91BC9D7B}" type="slidenum">
              <a:rPr lang="en-US" noProof="0" smtClean="0"/>
              <a:pPr/>
              <a:t>10</a:t>
            </a:fld>
            <a:endParaRPr lang="en-US" noProof="0" dirty="0"/>
          </a:p>
        </p:txBody>
      </p:sp>
    </p:spTree>
    <p:extLst>
      <p:ext uri="{BB962C8B-B14F-4D97-AF65-F5344CB8AC3E}">
        <p14:creationId xmlns:p14="http://schemas.microsoft.com/office/powerpoint/2010/main" val="1400051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3925A-0E67-AF42-17B0-CEA11AC8CA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172B3-BEE8-F953-DFE9-48B824192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6EF63-6D59-995D-013D-8295BFA26B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29D07F-E49C-89E8-369F-A2E480914E2B}"/>
              </a:ext>
            </a:extLst>
          </p:cNvPr>
          <p:cNvSpPr>
            <a:spLocks noGrp="1"/>
          </p:cNvSpPr>
          <p:nvPr>
            <p:ph type="sldNum" sz="quarter" idx="5"/>
          </p:nvPr>
        </p:nvSpPr>
        <p:spPr/>
        <p:txBody>
          <a:bodyPr/>
          <a:lstStyle/>
          <a:p>
            <a:fld id="{DAE5FABD-26C8-4F74-B1E3-45BC91BC9D7B}" type="slidenum">
              <a:rPr lang="en-US" noProof="0" smtClean="0"/>
              <a:pPr/>
              <a:t>11</a:t>
            </a:fld>
            <a:endParaRPr lang="en-US" noProof="0" dirty="0"/>
          </a:p>
        </p:txBody>
      </p:sp>
    </p:spTree>
    <p:extLst>
      <p:ext uri="{BB962C8B-B14F-4D97-AF65-F5344CB8AC3E}">
        <p14:creationId xmlns:p14="http://schemas.microsoft.com/office/powerpoint/2010/main" val="1459725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BCC2F-4208-922A-A0B5-7B20D009F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8405F-5004-BCFE-67AB-DD35C46560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1F70B6-5FF2-88DC-DE89-01357CBAE3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CB2D48-F21F-DEFA-ECE2-A5CB30BEDED1}"/>
              </a:ext>
            </a:extLst>
          </p:cNvPr>
          <p:cNvSpPr>
            <a:spLocks noGrp="1"/>
          </p:cNvSpPr>
          <p:nvPr>
            <p:ph type="sldNum" sz="quarter" idx="5"/>
          </p:nvPr>
        </p:nvSpPr>
        <p:spPr/>
        <p:txBody>
          <a:bodyPr/>
          <a:lstStyle/>
          <a:p>
            <a:fld id="{DAE5FABD-26C8-4F74-B1E3-45BC91BC9D7B}" type="slidenum">
              <a:rPr lang="en-US" noProof="0" smtClean="0"/>
              <a:pPr/>
              <a:t>12</a:t>
            </a:fld>
            <a:endParaRPr lang="en-US" noProof="0" dirty="0"/>
          </a:p>
        </p:txBody>
      </p:sp>
    </p:spTree>
    <p:extLst>
      <p:ext uri="{BB962C8B-B14F-4D97-AF65-F5344CB8AC3E}">
        <p14:creationId xmlns:p14="http://schemas.microsoft.com/office/powerpoint/2010/main" val="3208059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13</a:t>
            </a:fld>
            <a:endParaRPr lang="en-US" noProof="0" dirty="0"/>
          </a:p>
        </p:txBody>
      </p:sp>
    </p:spTree>
    <p:extLst>
      <p:ext uri="{BB962C8B-B14F-4D97-AF65-F5344CB8AC3E}">
        <p14:creationId xmlns:p14="http://schemas.microsoft.com/office/powerpoint/2010/main" val="2900598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85F67-2B89-567B-84CC-E1736FD4D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468C9-53E0-06E5-8E7F-0245212E9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7EE3C3-D618-6E28-F571-70C45BE08B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DE9499-889A-09F2-842F-DC11C8953064}"/>
              </a:ext>
            </a:extLst>
          </p:cNvPr>
          <p:cNvSpPr>
            <a:spLocks noGrp="1"/>
          </p:cNvSpPr>
          <p:nvPr>
            <p:ph type="sldNum" sz="quarter" idx="5"/>
          </p:nvPr>
        </p:nvSpPr>
        <p:spPr/>
        <p:txBody>
          <a:bodyPr/>
          <a:lstStyle/>
          <a:p>
            <a:fld id="{DAE5FABD-26C8-4F74-B1E3-45BC91BC9D7B}" type="slidenum">
              <a:rPr lang="en-US" noProof="0" smtClean="0"/>
              <a:pPr/>
              <a:t>14</a:t>
            </a:fld>
            <a:endParaRPr lang="en-US" noProof="0" dirty="0"/>
          </a:p>
        </p:txBody>
      </p:sp>
    </p:spTree>
    <p:extLst>
      <p:ext uri="{BB962C8B-B14F-4D97-AF65-F5344CB8AC3E}">
        <p14:creationId xmlns:p14="http://schemas.microsoft.com/office/powerpoint/2010/main" val="18077444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4F2DE-B7FF-81C6-E134-A2978E5D3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7F25F-0F88-81D5-7A19-FE11A5AF5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1C7451-0253-CC6E-D20C-85DC280C13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1FDBE4-1C92-CB01-85B4-A20D37E384FC}"/>
              </a:ext>
            </a:extLst>
          </p:cNvPr>
          <p:cNvSpPr>
            <a:spLocks noGrp="1"/>
          </p:cNvSpPr>
          <p:nvPr>
            <p:ph type="sldNum" sz="quarter" idx="5"/>
          </p:nvPr>
        </p:nvSpPr>
        <p:spPr/>
        <p:txBody>
          <a:bodyPr/>
          <a:lstStyle/>
          <a:p>
            <a:fld id="{DAE5FABD-26C8-4F74-B1E3-45BC91BC9D7B}" type="slidenum">
              <a:rPr lang="en-US" noProof="0" smtClean="0"/>
              <a:pPr/>
              <a:t>15</a:t>
            </a:fld>
            <a:endParaRPr lang="en-US" noProof="0" dirty="0"/>
          </a:p>
        </p:txBody>
      </p:sp>
    </p:spTree>
    <p:extLst>
      <p:ext uri="{BB962C8B-B14F-4D97-AF65-F5344CB8AC3E}">
        <p14:creationId xmlns:p14="http://schemas.microsoft.com/office/powerpoint/2010/main" val="3951534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2625404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39208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69565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Tree>
    <p:extLst>
      <p:ext uri="{BB962C8B-B14F-4D97-AF65-F5344CB8AC3E}">
        <p14:creationId xmlns:p14="http://schemas.microsoft.com/office/powerpoint/2010/main" val="376643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Tree>
    <p:extLst>
      <p:ext uri="{BB962C8B-B14F-4D97-AF65-F5344CB8AC3E}">
        <p14:creationId xmlns:p14="http://schemas.microsoft.com/office/powerpoint/2010/main" val="305320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0499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601318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92466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7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059476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21552918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9542597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1488657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149718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323754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1176658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536208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040925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14213777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33771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477211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9464107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640959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27005339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900304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adec="http://schemas.microsoft.com/office/drawing/2017/decorative"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6664319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26942956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311124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10046070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a:t>Click to edit Master title style</a:t>
            </a:r>
          </a:p>
        </p:txBody>
      </p:sp>
    </p:spTree>
    <p:extLst>
      <p:ext uri="{BB962C8B-B14F-4D97-AF65-F5344CB8AC3E}">
        <p14:creationId xmlns:p14="http://schemas.microsoft.com/office/powerpoint/2010/main" val="169147065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a:t>Click to edit Master title style</a:t>
            </a:r>
          </a:p>
        </p:txBody>
      </p:sp>
    </p:spTree>
    <p:extLst>
      <p:ext uri="{BB962C8B-B14F-4D97-AF65-F5344CB8AC3E}">
        <p14:creationId xmlns:p14="http://schemas.microsoft.com/office/powerpoint/2010/main" val="121976815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806680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adec="http://schemas.microsoft.com/office/drawing/2017/decorative"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66824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86215740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28474110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5897438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11847593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36222131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26095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826555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02046214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000524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192705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857058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157526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4031722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986109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625375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73548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11070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063650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438915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3932519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1612203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6534857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448034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3255390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4938679"/>
      </p:ext>
    </p:extLst>
  </p:cSld>
  <p:clrMap bg1="lt1" tx1="dk1" bg2="lt2" tx2="dk2" accent1="accent1" accent2="accent2" accent3="accent3" accent4="accent4" accent5="accent5" accent6="accent6" hlink="hlink" folHlink="folHlink"/>
  <p:sldLayoutIdLst>
    <p:sldLayoutId id="2147483955" r:id="rId1"/>
    <p:sldLayoutId id="2147483959" r:id="rId2"/>
    <p:sldLayoutId id="2147483961" r:id="rId3"/>
    <p:sldLayoutId id="2147483962" r:id="rId4"/>
    <p:sldLayoutId id="2147483964" r:id="rId5"/>
    <p:sldLayoutId id="2147483958" r:id="rId6"/>
    <p:sldLayoutId id="2147483963" r:id="rId7"/>
    <p:sldLayoutId id="2147483957" r:id="rId8"/>
    <p:sldLayoutId id="2147483965" r:id="rId9"/>
    <p:sldLayoutId id="2147483966" r:id="rId10"/>
    <p:sldLayoutId id="2147483996" r:id="rId11"/>
    <p:sldLayoutId id="2147483997" r:id="rId12"/>
    <p:sldLayoutId id="2147483998" r:id="rId13"/>
    <p:sldLayoutId id="2147483999" r:id="rId14"/>
    <p:sldLayoutId id="2147484000" r:id="rId15"/>
    <p:sldLayoutId id="2147484001" r:id="rId16"/>
    <p:sldLayoutId id="2147484007" r:id="rId17"/>
    <p:sldLayoutId id="2147483967" r:id="rId18"/>
    <p:sldLayoutId id="2147483968" r:id="rId19"/>
    <p:sldLayoutId id="2147483987" r:id="rId20"/>
    <p:sldLayoutId id="2147483969" r:id="rId21"/>
    <p:sldLayoutId id="2147483970" r:id="rId22"/>
    <p:sldLayoutId id="2147483971" r:id="rId23"/>
    <p:sldLayoutId id="2147483972" r:id="rId24"/>
    <p:sldLayoutId id="2147483973" r:id="rId25"/>
    <p:sldLayoutId id="2147483978" r:id="rId26"/>
    <p:sldLayoutId id="2147483974" r:id="rId27"/>
    <p:sldLayoutId id="2147483975" r:id="rId28"/>
    <p:sldLayoutId id="2147483976" r:id="rId29"/>
    <p:sldLayoutId id="2147483977" r:id="rId30"/>
    <p:sldLayoutId id="2147483988" r:id="rId31"/>
    <p:sldLayoutId id="2147483989" r:id="rId32"/>
    <p:sldLayoutId id="2147483990" r:id="rId33"/>
    <p:sldLayoutId id="2147483991" r:id="rId34"/>
    <p:sldLayoutId id="2147483992" r:id="rId35"/>
    <p:sldLayoutId id="2147483993" r:id="rId36"/>
    <p:sldLayoutId id="2147483995" r:id="rId37"/>
    <p:sldLayoutId id="2147484002" r:id="rId38"/>
    <p:sldLayoutId id="2147484003" r:id="rId39"/>
    <p:sldLayoutId id="2147484004" r:id="rId40"/>
    <p:sldLayoutId id="2147483994" r:id="rId41"/>
    <p:sldLayoutId id="2147484005" r:id="rId42"/>
    <p:sldLayoutId id="2147484006" r:id="rId43"/>
    <p:sldLayoutId id="2147483979" r:id="rId44"/>
    <p:sldLayoutId id="2147483980" r:id="rId45"/>
    <p:sldLayoutId id="2147483981" r:id="rId46"/>
    <p:sldLayoutId id="2147483982" r:id="rId47"/>
    <p:sldLayoutId id="2147483983" r:id="rId48"/>
    <p:sldLayoutId id="2147483984" r:id="rId49"/>
    <p:sldLayoutId id="2147483985" r:id="rId50"/>
    <p:sldLayoutId id="2147483986" r:id="rId51"/>
    <p:sldLayoutId id="2147484008" r:id="rId52"/>
    <p:sldLayoutId id="2147484009" r:id="rId53"/>
    <p:sldLayoutId id="2147484010" r:id="rId54"/>
    <p:sldLayoutId id="2147484011" r:id="rId55"/>
    <p:sldLayoutId id="2147484012"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8" Type="http://schemas.openxmlformats.org/officeDocument/2006/relationships/hyperlink" Target="https://leanstartup.co/resources/articles/what-is-an-mvp/" TargetMode="External"/><Relationship Id="rId3" Type="http://schemas.openxmlformats.org/officeDocument/2006/relationships/hyperlink" Target="https://web.eecs.umich.edu/~michjc/eecs584/Papers/codd_1970.pdf" TargetMode="External"/><Relationship Id="rId7" Type="http://schemas.openxmlformats.org/officeDocument/2006/relationships/hyperlink" Target="https://cheatsheetseries.owasp.org/cheatsheets/SQL_Injection_Prevention_Cheat_Sheet.html" TargetMode="External"/><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hyperlink" Target="https://peps.python.org/pep-0249/" TargetMode="External"/><Relationship Id="rId5" Type="http://schemas.openxmlformats.org/officeDocument/2006/relationships/hyperlink" Target="https://www.scispace.com/pdf/study-of-the-ansi-sparc-architecture-2r4jhs6alz.pdf" TargetMode="External"/><Relationship Id="rId10" Type="http://schemas.openxmlformats.org/officeDocument/2006/relationships/image" Target="../media/image5.jpeg"/><Relationship Id="rId4" Type="http://schemas.openxmlformats.org/officeDocument/2006/relationships/hyperlink" Target="https://eur-lex.europa.eu/legal-content/EN/TXT/PDF/?uri=CELEX:32016R0679" TargetMode="External"/><Relationship Id="rId9" Type="http://schemas.openxmlformats.org/officeDocument/2006/relationships/hyperlink" Target="https://peps.python.org/pep-000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9890287-4DB6-4C87-AEAF-17E9594F401B}"/>
              </a:ext>
              <a:ext uri="{C183D7F6-B498-43B3-948B-1728B52AA6E4}">
                <adec:decorative xmlns:adec="http://schemas.microsoft.com/office/drawing/2017/decorative" val="1"/>
              </a:ext>
            </a:extLst>
          </p:cNvPr>
          <p:cNvPicPr>
            <a:picLocks noGrp="1" noChangeAspect="1"/>
          </p:cNvPicPr>
          <p:nvPr>
            <p:ph type="pic" sz="quarter" idx="11"/>
          </p:nvPr>
        </p:nvPicPr>
        <p:blipFill>
          <a:blip r:embed="rId3"/>
          <a:srcRect t="7813" b="7813"/>
          <a:stretch/>
        </p:blipFill>
        <p:spPr/>
      </p:pic>
      <p:sp>
        <p:nvSpPr>
          <p:cNvPr id="14" name="Text Placeholder 13">
            <a:extLst>
              <a:ext uri="{FF2B5EF4-FFF2-40B4-BE49-F238E27FC236}">
                <a16:creationId xmlns:a16="http://schemas.microsoft.com/office/drawing/2014/main" id="{7207859A-D40A-91F2-E86C-45CBE285422B}"/>
              </a:ext>
            </a:extLst>
          </p:cNvPr>
          <p:cNvSpPr>
            <a:spLocks noGrp="1"/>
          </p:cNvSpPr>
          <p:nvPr>
            <p:ph type="body" sz="quarter" idx="13"/>
          </p:nvPr>
        </p:nvSpPr>
        <p:spPr/>
        <p:txBody>
          <a:bodyPr/>
          <a:lstStyle/>
          <a:p>
            <a:endParaRPr lang="en-GB"/>
          </a:p>
        </p:txBody>
      </p:sp>
      <p:sp>
        <p:nvSpPr>
          <p:cNvPr id="286" name="Text Placeholder 285">
            <a:extLst>
              <a:ext uri="{FF2B5EF4-FFF2-40B4-BE49-F238E27FC236}">
                <a16:creationId xmlns:a16="http://schemas.microsoft.com/office/drawing/2014/main" id="{9626180B-FF05-48CF-BFB3-C95C9B5DAB99}"/>
              </a:ext>
              <a:ext uri="{C183D7F6-B498-43B3-948B-1728B52AA6E4}">
                <adec:decorative xmlns:adec="http://schemas.microsoft.com/office/drawing/2017/decorative" val="1"/>
              </a:ext>
            </a:extLst>
          </p:cNvPr>
          <p:cNvSpPr>
            <a:spLocks noGrp="1"/>
          </p:cNvSpPr>
          <p:nvPr>
            <p:ph type="body" sz="quarter" idx="15"/>
          </p:nvPr>
        </p:nvSpPr>
        <p:spPr>
          <a:xfrm>
            <a:off x="2190750" y="655036"/>
            <a:ext cx="7810500" cy="5638800"/>
          </a:xfrm>
        </p:spPr>
        <p:txBody>
          <a:bodyPr/>
          <a:lstStyle/>
          <a:p>
            <a:endParaRPr lang="en-US" dirty="0"/>
          </a:p>
          <a:p>
            <a:endParaRPr lang="en-US" dirty="0"/>
          </a:p>
          <a:p>
            <a:endParaRPr lang="en-US" dirty="0"/>
          </a:p>
          <a:p>
            <a:endParaRPr lang="en-US" dirty="0"/>
          </a:p>
        </p:txBody>
      </p:sp>
      <p:sp>
        <p:nvSpPr>
          <p:cNvPr id="6" name="Title 5">
            <a:extLst>
              <a:ext uri="{FF2B5EF4-FFF2-40B4-BE49-F238E27FC236}">
                <a16:creationId xmlns:a16="http://schemas.microsoft.com/office/drawing/2014/main" id="{3933031D-018B-489E-B613-2113C1CD2360}"/>
              </a:ext>
            </a:extLst>
          </p:cNvPr>
          <p:cNvSpPr>
            <a:spLocks noGrp="1"/>
          </p:cNvSpPr>
          <p:nvPr>
            <p:ph type="ctrTitle"/>
          </p:nvPr>
        </p:nvSpPr>
        <p:spPr>
          <a:xfrm>
            <a:off x="2963651" y="1073641"/>
            <a:ext cx="6624735" cy="1192911"/>
          </a:xfrm>
        </p:spPr>
        <p:txBody>
          <a:bodyPr>
            <a:noAutofit/>
          </a:bodyPr>
          <a:lstStyle/>
          <a:p>
            <a:r>
              <a:rPr lang="en-GB" sz="2400" dirty="0"/>
              <a:t>MSc Data Science and Artificial Intelligence</a:t>
            </a:r>
            <a:br>
              <a:rPr lang="en-GB" sz="2400" dirty="0"/>
            </a:br>
            <a:br>
              <a:rPr lang="en-GB" sz="2400" dirty="0"/>
            </a:br>
            <a:r>
              <a:rPr lang="en-GB" sz="2400" dirty="0"/>
              <a:t>University Of Liverpool</a:t>
            </a:r>
            <a:br>
              <a:rPr lang="en-GB" sz="2400" dirty="0"/>
            </a:br>
            <a:br>
              <a:rPr lang="en-GB" sz="2400" dirty="0"/>
            </a:br>
            <a:endParaRPr lang="en-US" sz="2400" dirty="0"/>
          </a:p>
        </p:txBody>
      </p:sp>
      <p:sp>
        <p:nvSpPr>
          <p:cNvPr id="7" name="Subtitle 6">
            <a:extLst>
              <a:ext uri="{FF2B5EF4-FFF2-40B4-BE49-F238E27FC236}">
                <a16:creationId xmlns:a16="http://schemas.microsoft.com/office/drawing/2014/main" id="{606F8B2E-A7F5-4413-BEED-BFF7C3D9FF78}"/>
              </a:ext>
            </a:extLst>
          </p:cNvPr>
          <p:cNvSpPr>
            <a:spLocks noGrp="1"/>
          </p:cNvSpPr>
          <p:nvPr>
            <p:ph type="subTitle" idx="1"/>
          </p:nvPr>
        </p:nvSpPr>
        <p:spPr>
          <a:xfrm>
            <a:off x="4059707" y="4623740"/>
            <a:ext cx="4072586" cy="1397548"/>
          </a:xfrm>
        </p:spPr>
        <p:txBody>
          <a:bodyPr numCol="1">
            <a:normAutofit fontScale="25000" lnSpcReduction="20000"/>
          </a:bodyPr>
          <a:lstStyle/>
          <a:p>
            <a:pPr lvl="3" algn="just"/>
            <a:r>
              <a:rPr lang="en-US" sz="5400" b="1" dirty="0">
                <a:solidFill>
                  <a:schemeClr val="bg1"/>
                </a:solidFill>
              </a:rPr>
              <a:t>By Group D </a:t>
            </a:r>
          </a:p>
          <a:p>
            <a:pPr lvl="3" algn="just">
              <a:lnSpc>
                <a:spcPct val="120000"/>
              </a:lnSpc>
            </a:pPr>
            <a:r>
              <a:rPr lang="en-US" sz="5600" dirty="0">
                <a:solidFill>
                  <a:schemeClr val="bg1"/>
                </a:solidFill>
              </a:rPr>
              <a:t>Kyle Walid</a:t>
            </a:r>
          </a:p>
          <a:p>
            <a:pPr lvl="3" algn="just">
              <a:lnSpc>
                <a:spcPct val="120000"/>
              </a:lnSpc>
            </a:pPr>
            <a:r>
              <a:rPr lang="en-US" sz="5600" dirty="0">
                <a:solidFill>
                  <a:schemeClr val="bg1"/>
                </a:solidFill>
              </a:rPr>
              <a:t>Hiu Yan Li</a:t>
            </a:r>
          </a:p>
          <a:p>
            <a:pPr lvl="3" algn="just">
              <a:lnSpc>
                <a:spcPct val="120000"/>
              </a:lnSpc>
            </a:pPr>
            <a:r>
              <a:rPr lang="en-US" sz="5600" dirty="0">
                <a:solidFill>
                  <a:schemeClr val="bg1"/>
                </a:solidFill>
              </a:rPr>
              <a:t>Gabriel Andino</a:t>
            </a:r>
          </a:p>
          <a:p>
            <a:pPr lvl="3" algn="just">
              <a:lnSpc>
                <a:spcPct val="120000"/>
              </a:lnSpc>
            </a:pPr>
            <a:r>
              <a:rPr lang="en-US" sz="5600" dirty="0">
                <a:solidFill>
                  <a:schemeClr val="bg1"/>
                </a:solidFill>
              </a:rPr>
              <a:t>Joyce Adikini</a:t>
            </a:r>
          </a:p>
          <a:p>
            <a:endParaRPr lang="en-US" dirty="0"/>
          </a:p>
        </p:txBody>
      </p:sp>
      <p:grpSp>
        <p:nvGrpSpPr>
          <p:cNvPr id="11" name="Group 10">
            <a:extLst>
              <a:ext uri="{FF2B5EF4-FFF2-40B4-BE49-F238E27FC236}">
                <a16:creationId xmlns:a16="http://schemas.microsoft.com/office/drawing/2014/main" id="{9833923C-BCB1-E820-1D53-856162B61231}"/>
              </a:ext>
            </a:extLst>
          </p:cNvPr>
          <p:cNvGrpSpPr/>
          <p:nvPr/>
        </p:nvGrpSpPr>
        <p:grpSpPr>
          <a:xfrm>
            <a:off x="0" y="0"/>
            <a:ext cx="2029786" cy="908720"/>
            <a:chOff x="0" y="0"/>
            <a:chExt cx="2029786" cy="908720"/>
          </a:xfrm>
        </p:grpSpPr>
        <p:sp>
          <p:nvSpPr>
            <p:cNvPr id="3" name="Rectangle 2">
              <a:extLst>
                <a:ext uri="{FF2B5EF4-FFF2-40B4-BE49-F238E27FC236}">
                  <a16:creationId xmlns:a16="http://schemas.microsoft.com/office/drawing/2014/main" id="{B5DF945E-E0AA-DB7C-6CBB-BEED917584AD}"/>
                </a:ext>
              </a:extLst>
            </p:cNvPr>
            <p:cNvSpPr/>
            <p:nvPr/>
          </p:nvSpPr>
          <p:spPr>
            <a:xfrm>
              <a:off x="0" y="0"/>
              <a:ext cx="2029786" cy="908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8"/>
            </a:p>
          </p:txBody>
        </p:sp>
        <p:pic>
          <p:nvPicPr>
            <p:cNvPr id="8" name="Content Placeholder 3">
              <a:extLst>
                <a:ext uri="{FF2B5EF4-FFF2-40B4-BE49-F238E27FC236}">
                  <a16:creationId xmlns:a16="http://schemas.microsoft.com/office/drawing/2014/main" id="{8F3C68EC-2502-8111-DD17-D11892C206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547" y="224475"/>
              <a:ext cx="1788692" cy="459769"/>
            </a:xfrm>
            <a:prstGeom prst="rect">
              <a:avLst/>
            </a:prstGeom>
          </p:spPr>
        </p:pic>
      </p:grpSp>
      <p:pic>
        <p:nvPicPr>
          <p:cNvPr id="10" name="Picture 9" descr="Text&#10;&#10;Description automatically generated">
            <a:extLst>
              <a:ext uri="{FF2B5EF4-FFF2-40B4-BE49-F238E27FC236}">
                <a16:creationId xmlns:a16="http://schemas.microsoft.com/office/drawing/2014/main" id="{688DDFBA-4DA2-18DA-FB66-04776615E9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31524" y="224475"/>
            <a:ext cx="1795973" cy="459769"/>
          </a:xfrm>
          <a:prstGeom prst="rect">
            <a:avLst/>
          </a:prstGeom>
        </p:spPr>
      </p:pic>
      <p:sp>
        <p:nvSpPr>
          <p:cNvPr id="15" name="Subtitle 6">
            <a:extLst>
              <a:ext uri="{FF2B5EF4-FFF2-40B4-BE49-F238E27FC236}">
                <a16:creationId xmlns:a16="http://schemas.microsoft.com/office/drawing/2014/main" id="{FABD3591-7208-DC9E-608B-5C20CF5A8421}"/>
              </a:ext>
            </a:extLst>
          </p:cNvPr>
          <p:cNvSpPr txBox="1">
            <a:spLocks/>
          </p:cNvSpPr>
          <p:nvPr/>
        </p:nvSpPr>
        <p:spPr>
          <a:xfrm>
            <a:off x="3071663" y="2234261"/>
            <a:ext cx="6408713" cy="2288418"/>
          </a:xfrm>
          <a:prstGeom prst="rect">
            <a:avLst/>
          </a:prstGeom>
        </p:spPr>
        <p:txBody>
          <a:bodyPr vert="horz" lIns="91440" tIns="45720" rIns="91440" bIns="45720" rtlCol="0" anchor="t">
            <a:noAutofit/>
          </a:bodyPr>
          <a:lstStyle>
            <a:lvl1pPr marL="0" indent="0" algn="ctr" defTabSz="914400" rtl="0" eaLnBrk="1" latinLnBrk="0" hangingPunct="1">
              <a:lnSpc>
                <a:spcPct val="100000"/>
              </a:lnSpc>
              <a:spcBef>
                <a:spcPts val="0"/>
              </a:spcBef>
              <a:spcAft>
                <a:spcPts val="200"/>
              </a:spcAft>
              <a:buClr>
                <a:schemeClr val="accent1"/>
              </a:buClr>
              <a:buSzPct val="100000"/>
              <a:buFont typeface="Arial" panose="020B0604020202020204" pitchFamily="34" charset="0"/>
              <a:buNone/>
              <a:defRPr lang="en-US" sz="2000" kern="1200" dirty="0">
                <a:solidFill>
                  <a:schemeClr val="bg1"/>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Arial" panose="020B0604020202020204" pitchFamily="34" charset="0"/>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Arial" panose="020B0604020202020204" pitchFamily="34" charset="0"/>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Arial" panose="020B0604020202020204" pitchFamily="34" charset="0"/>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r>
              <a:rPr lang="en-GB" dirty="0"/>
              <a:t>Module: CSCK542 Databases and Information Systems</a:t>
            </a:r>
            <a:br>
              <a:rPr lang="en-GB" dirty="0"/>
            </a:br>
            <a:endParaRPr lang="en-US" dirty="0"/>
          </a:p>
          <a:p>
            <a:r>
              <a:rPr lang="en-GB" sz="2800" b="1" dirty="0"/>
              <a:t>University Record Management System</a:t>
            </a:r>
          </a:p>
          <a:p>
            <a:r>
              <a:rPr lang="en-GB" sz="2800" b="1" dirty="0"/>
              <a:t>Design &amp; Implementation</a:t>
            </a:r>
          </a:p>
          <a:p>
            <a:endParaRPr lang="en-GB" dirty="0"/>
          </a:p>
          <a:p>
            <a:r>
              <a:rPr lang="en-GB" dirty="0"/>
              <a:t>End of Module Assignment Demonstration </a:t>
            </a:r>
            <a:br>
              <a:rPr lang="en-GB" dirty="0"/>
            </a:br>
            <a:endParaRPr lang="en-GB" dirty="0"/>
          </a:p>
        </p:txBody>
      </p:sp>
    </p:spTree>
    <p:extLst>
      <p:ext uri="{BB962C8B-B14F-4D97-AF65-F5344CB8AC3E}">
        <p14:creationId xmlns:p14="http://schemas.microsoft.com/office/powerpoint/2010/main" val="313522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r>
              <a:rPr lang="en-GB" b="1" dirty="0"/>
              <a:t>University Record Management System</a:t>
            </a:r>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p:txBody>
          <a:bodyPr>
            <a:normAutofit/>
          </a:bodyPr>
          <a:lstStyle/>
          <a:p>
            <a:r>
              <a:rPr lang="en-GB" sz="3200" dirty="0"/>
              <a:t>Welcome to our presentation on the design and implementation of a University Record Management System. This project was developed for the CSCK542 Databases and Information Systems module and demonstrates the design, implementation, testing, and evaluation of a database-driven application.</a:t>
            </a:r>
            <a:endParaRPr lang="en-US" sz="3200" dirty="0"/>
          </a:p>
        </p:txBody>
      </p:sp>
      <p:sp>
        <p:nvSpPr>
          <p:cNvPr id="2" name="Text Placeholder 1">
            <a:extLst>
              <a:ext uri="{FF2B5EF4-FFF2-40B4-BE49-F238E27FC236}">
                <a16:creationId xmlns:a16="http://schemas.microsoft.com/office/drawing/2014/main" id="{E4C965B6-7E38-4D37-8DC4-198F7E2181D5}"/>
              </a:ext>
            </a:extLst>
          </p:cNvPr>
          <p:cNvSpPr>
            <a:spLocks noGrp="1"/>
          </p:cNvSpPr>
          <p:nvPr>
            <p:ph type="body" sz="quarter" idx="16"/>
          </p:nvPr>
        </p:nvSpPr>
        <p:spPr>
          <a:xfrm>
            <a:off x="-1" y="1676400"/>
            <a:ext cx="10837333" cy="590931"/>
          </a:xfrm>
        </p:spPr>
        <p:txBody>
          <a:bodyPr/>
          <a:lstStyle/>
          <a:p>
            <a:r>
              <a:rPr lang="en-US" sz="3600" dirty="0"/>
              <a:t>Introduction</a:t>
            </a:r>
          </a:p>
        </p:txBody>
      </p:sp>
      <p:sp>
        <p:nvSpPr>
          <p:cNvPr id="3" name="Slide Number Placeholder 2">
            <a:extLst>
              <a:ext uri="{FF2B5EF4-FFF2-40B4-BE49-F238E27FC236}">
                <a16:creationId xmlns:a16="http://schemas.microsoft.com/office/drawing/2014/main" id="{5F44A039-11AB-474F-8746-9A34D1C39C3F}"/>
              </a:ext>
            </a:extLst>
          </p:cNvPr>
          <p:cNvSpPr>
            <a:spLocks noGrp="1"/>
          </p:cNvSpPr>
          <p:nvPr>
            <p:ph type="sldNum" sz="quarter" idx="4"/>
          </p:nvPr>
        </p:nvSpPr>
        <p:spPr/>
        <p:txBody>
          <a:bodyPr/>
          <a:lstStyle/>
          <a:p>
            <a:fld id="{4FAB73BC-B049-4115-A692-8D63A059BFB8}" type="slidenum">
              <a:rPr lang="en-US" smtClean="0"/>
              <a:pPr/>
              <a:t>2</a:t>
            </a:fld>
            <a:endParaRPr lang="en-US" dirty="0"/>
          </a:p>
        </p:txBody>
      </p:sp>
      <p:sp>
        <p:nvSpPr>
          <p:cNvPr id="18" name="Text Placeholder 119">
            <a:extLst>
              <a:ext uri="{FF2B5EF4-FFF2-40B4-BE49-F238E27FC236}">
                <a16:creationId xmlns:a16="http://schemas.microsoft.com/office/drawing/2014/main" id="{6E5B80C5-6B42-4867-88CC-660291DD3F8D}"/>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1074725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3931C-EC10-3431-6988-FA81E13A7DE7}"/>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4A9ED534-6D68-8508-7585-BC97EB802B22}"/>
              </a:ext>
            </a:extLst>
          </p:cNvPr>
          <p:cNvSpPr>
            <a:spLocks noGrp="1"/>
          </p:cNvSpPr>
          <p:nvPr>
            <p:ph type="title"/>
          </p:nvPr>
        </p:nvSpPr>
        <p:spPr/>
        <p:txBody>
          <a:bodyPr/>
          <a:lstStyle/>
          <a:p>
            <a:r>
              <a:rPr lang="en-GB" b="1" dirty="0"/>
              <a:t>University Record Management System</a:t>
            </a:r>
            <a:endParaRPr lang="en-US" dirty="0"/>
          </a:p>
        </p:txBody>
      </p:sp>
      <p:sp>
        <p:nvSpPr>
          <p:cNvPr id="13" name="Content Placeholder 12">
            <a:extLst>
              <a:ext uri="{FF2B5EF4-FFF2-40B4-BE49-F238E27FC236}">
                <a16:creationId xmlns:a16="http://schemas.microsoft.com/office/drawing/2014/main" id="{BB3A6414-40B0-D4AA-0E61-471A0575E679}"/>
              </a:ext>
            </a:extLst>
          </p:cNvPr>
          <p:cNvSpPr>
            <a:spLocks noGrp="1"/>
          </p:cNvSpPr>
          <p:nvPr>
            <p:ph sz="quarter" idx="13"/>
          </p:nvPr>
        </p:nvSpPr>
        <p:spPr>
          <a:xfrm>
            <a:off x="679588" y="5339909"/>
            <a:ext cx="10288693" cy="1379602"/>
          </a:xfrm>
        </p:spPr>
        <p:txBody>
          <a:bodyPr>
            <a:normAutofit/>
          </a:bodyPr>
          <a:lstStyle/>
          <a:p>
            <a:r>
              <a:rPr lang="en-GB" dirty="0"/>
              <a:t>The objective was to design and implement a database system capable of managing university records, including students, lecturers, courses, departments, programmes, and research activities. The final solution exceeded the brief by implementing nine queries, two interfaces, dual database support, and a comprehensive testing framework.</a:t>
            </a:r>
          </a:p>
        </p:txBody>
      </p:sp>
      <p:sp>
        <p:nvSpPr>
          <p:cNvPr id="2" name="Text Placeholder 1">
            <a:extLst>
              <a:ext uri="{FF2B5EF4-FFF2-40B4-BE49-F238E27FC236}">
                <a16:creationId xmlns:a16="http://schemas.microsoft.com/office/drawing/2014/main" id="{EE426533-2B82-5A8C-E0BC-3F7BA1B3A662}"/>
              </a:ext>
            </a:extLst>
          </p:cNvPr>
          <p:cNvSpPr>
            <a:spLocks noGrp="1"/>
          </p:cNvSpPr>
          <p:nvPr>
            <p:ph type="body" sz="quarter" idx="16"/>
          </p:nvPr>
        </p:nvSpPr>
        <p:spPr/>
        <p:txBody>
          <a:bodyPr/>
          <a:lstStyle/>
          <a:p>
            <a:r>
              <a:rPr lang="en-GB" dirty="0"/>
              <a:t>Project Overview</a:t>
            </a:r>
            <a:endParaRPr lang="en-US" dirty="0"/>
          </a:p>
        </p:txBody>
      </p:sp>
      <p:sp>
        <p:nvSpPr>
          <p:cNvPr id="3" name="Slide Number Placeholder 2">
            <a:extLst>
              <a:ext uri="{FF2B5EF4-FFF2-40B4-BE49-F238E27FC236}">
                <a16:creationId xmlns:a16="http://schemas.microsoft.com/office/drawing/2014/main" id="{B5ABB711-AFB4-403B-4EBF-F9A79A1CE63C}"/>
              </a:ext>
            </a:extLst>
          </p:cNvPr>
          <p:cNvSpPr>
            <a:spLocks noGrp="1"/>
          </p:cNvSpPr>
          <p:nvPr>
            <p:ph type="sldNum" sz="quarter" idx="4"/>
          </p:nvPr>
        </p:nvSpPr>
        <p:spPr/>
        <p:txBody>
          <a:bodyPr/>
          <a:lstStyle/>
          <a:p>
            <a:fld id="{4FAB73BC-B049-4115-A692-8D63A059BFB8}" type="slidenum">
              <a:rPr lang="en-US" smtClean="0"/>
              <a:pPr/>
              <a:t>3</a:t>
            </a:fld>
            <a:endParaRPr lang="en-US" dirty="0"/>
          </a:p>
        </p:txBody>
      </p:sp>
      <p:sp>
        <p:nvSpPr>
          <p:cNvPr id="18" name="Text Placeholder 119">
            <a:extLst>
              <a:ext uri="{FF2B5EF4-FFF2-40B4-BE49-F238E27FC236}">
                <a16:creationId xmlns:a16="http://schemas.microsoft.com/office/drawing/2014/main" id="{9E39EDC8-2F84-AFA1-8437-C16C072ED981}"/>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331642F0-2979-0477-AC88-D51BFFD34B63}"/>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
        <p:nvSpPr>
          <p:cNvPr id="5" name="Content Placeholder 12">
            <a:extLst>
              <a:ext uri="{FF2B5EF4-FFF2-40B4-BE49-F238E27FC236}">
                <a16:creationId xmlns:a16="http://schemas.microsoft.com/office/drawing/2014/main" id="{115E0DB6-571C-0947-B687-96E7D2C06F58}"/>
              </a:ext>
            </a:extLst>
          </p:cNvPr>
          <p:cNvSpPr txBox="1">
            <a:spLocks/>
          </p:cNvSpPr>
          <p:nvPr/>
        </p:nvSpPr>
        <p:spPr>
          <a:xfrm>
            <a:off x="715052" y="2335921"/>
            <a:ext cx="5625416" cy="30039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en-US" b="1" dirty="0"/>
              <a:t>Objectives</a:t>
            </a:r>
          </a:p>
          <a:p>
            <a:r>
              <a:rPr lang="en-GB" dirty="0"/>
              <a:t>Design a university record management database</a:t>
            </a:r>
          </a:p>
          <a:p>
            <a:r>
              <a:rPr lang="en-GB" dirty="0"/>
              <a:t>Provide user interfaces for querying records</a:t>
            </a:r>
          </a:p>
          <a:p>
            <a:r>
              <a:rPr lang="en-GB" dirty="0"/>
              <a:t>Implement at least five SQL queries</a:t>
            </a:r>
          </a:p>
          <a:p>
            <a:r>
              <a:rPr lang="en-GB" dirty="0"/>
              <a:t>Populate the database with realistic test data</a:t>
            </a:r>
            <a:endParaRPr lang="en-US" dirty="0"/>
          </a:p>
          <a:p>
            <a:endParaRPr lang="en-US" dirty="0"/>
          </a:p>
        </p:txBody>
      </p:sp>
      <p:sp>
        <p:nvSpPr>
          <p:cNvPr id="7" name="Content Placeholder 12">
            <a:extLst>
              <a:ext uri="{FF2B5EF4-FFF2-40B4-BE49-F238E27FC236}">
                <a16:creationId xmlns:a16="http://schemas.microsoft.com/office/drawing/2014/main" id="{F224429C-C57A-528F-9B07-A68AE7394F30}"/>
              </a:ext>
            </a:extLst>
          </p:cNvPr>
          <p:cNvSpPr txBox="1">
            <a:spLocks/>
          </p:cNvSpPr>
          <p:nvPr/>
        </p:nvSpPr>
        <p:spPr>
          <a:xfrm>
            <a:off x="7367881" y="2335921"/>
            <a:ext cx="3600400" cy="305832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en-US" b="1" dirty="0"/>
              <a:t>Final Solution</a:t>
            </a:r>
          </a:p>
          <a:p>
            <a:r>
              <a:rPr lang="en-GB" dirty="0"/>
              <a:t>20 normalised tables</a:t>
            </a:r>
          </a:p>
          <a:p>
            <a:r>
              <a:rPr lang="en-GB" dirty="0"/>
              <a:t>~400 seed records</a:t>
            </a:r>
          </a:p>
          <a:p>
            <a:r>
              <a:rPr lang="en-GB" dirty="0"/>
              <a:t>9 parameterised queries</a:t>
            </a:r>
          </a:p>
          <a:p>
            <a:r>
              <a:rPr lang="en-GB" dirty="0"/>
              <a:t>GUI and CLI Interfaces </a:t>
            </a:r>
          </a:p>
          <a:p>
            <a:r>
              <a:rPr lang="en-GB" dirty="0"/>
              <a:t>SQLite and MySQL backends</a:t>
            </a:r>
          </a:p>
          <a:p>
            <a:r>
              <a:rPr lang="en-GB" dirty="0"/>
              <a:t>110 automated tests</a:t>
            </a:r>
            <a:endParaRPr lang="en-US" dirty="0"/>
          </a:p>
        </p:txBody>
      </p:sp>
    </p:spTree>
    <p:extLst>
      <p:ext uri="{BB962C8B-B14F-4D97-AF65-F5344CB8AC3E}">
        <p14:creationId xmlns:p14="http://schemas.microsoft.com/office/powerpoint/2010/main" val="2276262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60981-39E2-4670-A629-670C0D59422F}"/>
            </a:ext>
          </a:extLst>
        </p:cNvPr>
        <p:cNvGrpSpPr/>
        <p:nvPr/>
      </p:nvGrpSpPr>
      <p:grpSpPr>
        <a:xfrm>
          <a:off x="0" y="0"/>
          <a:ext cx="0" cy="0"/>
          <a:chOff x="0" y="0"/>
          <a:chExt cx="0" cy="0"/>
        </a:xfrm>
      </p:grpSpPr>
      <p:pic>
        <p:nvPicPr>
          <p:cNvPr id="10" name="Picture Placeholder 5">
            <a:extLst>
              <a:ext uri="{FF2B5EF4-FFF2-40B4-BE49-F238E27FC236}">
                <a16:creationId xmlns:a16="http://schemas.microsoft.com/office/drawing/2014/main" id="{65028A98-26F9-D069-4DAC-C51E345E3223}"/>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l="46661" r="46661"/>
          <a:stretch/>
        </p:blipFill>
        <p:spPr/>
      </p:pic>
      <p:sp>
        <p:nvSpPr>
          <p:cNvPr id="2" name="Text Placeholder 1">
            <a:extLst>
              <a:ext uri="{FF2B5EF4-FFF2-40B4-BE49-F238E27FC236}">
                <a16:creationId xmlns:a16="http://schemas.microsoft.com/office/drawing/2014/main" id="{A9262F14-9111-1D22-D880-059F729B1EEF}"/>
              </a:ext>
            </a:extLst>
          </p:cNvPr>
          <p:cNvSpPr>
            <a:spLocks noGrp="1"/>
          </p:cNvSpPr>
          <p:nvPr>
            <p:ph type="body" sz="quarter" idx="12"/>
          </p:nvPr>
        </p:nvSpPr>
        <p:spPr/>
        <p:txBody>
          <a:bodyPr/>
          <a:lstStyle/>
          <a:p>
            <a:r>
              <a:rPr lang="en-GB" dirty="0"/>
              <a:t>Database Design  1 - 2MINS</a:t>
            </a:r>
            <a:endParaRPr lang="en-US" dirty="0"/>
          </a:p>
        </p:txBody>
      </p:sp>
      <p:sp>
        <p:nvSpPr>
          <p:cNvPr id="12" name="Title 11">
            <a:extLst>
              <a:ext uri="{FF2B5EF4-FFF2-40B4-BE49-F238E27FC236}">
                <a16:creationId xmlns:a16="http://schemas.microsoft.com/office/drawing/2014/main" id="{9AED445A-6068-F795-7A4A-4EC180FDEA01}"/>
              </a:ext>
            </a:extLst>
          </p:cNvPr>
          <p:cNvSpPr>
            <a:spLocks noGrp="1"/>
          </p:cNvSpPr>
          <p:nvPr>
            <p:ph type="ctrTitle"/>
          </p:nvPr>
        </p:nvSpPr>
        <p:spPr/>
        <p:txBody>
          <a:bodyPr>
            <a:normAutofit fontScale="90000"/>
          </a:bodyPr>
          <a:lstStyle/>
          <a:p>
            <a:r>
              <a:rPr lang="en-GB" b="1" dirty="0"/>
              <a:t>University Record Management System</a:t>
            </a:r>
            <a:endParaRPr lang="en-US" dirty="0"/>
          </a:p>
        </p:txBody>
      </p:sp>
      <p:sp>
        <p:nvSpPr>
          <p:cNvPr id="7" name="Subtitle 6">
            <a:extLst>
              <a:ext uri="{FF2B5EF4-FFF2-40B4-BE49-F238E27FC236}">
                <a16:creationId xmlns:a16="http://schemas.microsoft.com/office/drawing/2014/main" id="{6C70D330-A1E4-73EB-9CF7-C4A44CD7DDF2}"/>
              </a:ext>
            </a:extLst>
          </p:cNvPr>
          <p:cNvSpPr>
            <a:spLocks noGrp="1"/>
          </p:cNvSpPr>
          <p:nvPr>
            <p:ph type="subTitle" idx="1"/>
          </p:nvPr>
        </p:nvSpPr>
        <p:spPr>
          <a:xfrm>
            <a:off x="6647636" y="2132856"/>
            <a:ext cx="4876800" cy="1371602"/>
          </a:xfrm>
        </p:spPr>
        <p:txBody>
          <a:bodyPr>
            <a:normAutofit/>
          </a:bodyPr>
          <a:lstStyle/>
          <a:p>
            <a:r>
              <a:rPr lang="en-GB" sz="4000" dirty="0"/>
              <a:t>DATABASE DESIGN</a:t>
            </a:r>
          </a:p>
        </p:txBody>
      </p:sp>
      <p:sp>
        <p:nvSpPr>
          <p:cNvPr id="8" name="Text Placeholder 7">
            <a:extLst>
              <a:ext uri="{FF2B5EF4-FFF2-40B4-BE49-F238E27FC236}">
                <a16:creationId xmlns:a16="http://schemas.microsoft.com/office/drawing/2014/main" id="{47184607-1387-C33F-E789-CB1666A30A38}"/>
              </a:ext>
            </a:extLst>
          </p:cNvPr>
          <p:cNvSpPr>
            <a:spLocks noGrp="1"/>
          </p:cNvSpPr>
          <p:nvPr>
            <p:ph type="body" sz="quarter" idx="13"/>
          </p:nvPr>
        </p:nvSpPr>
        <p:spPr/>
        <p:txBody>
          <a:bodyPr>
            <a:normAutofit fontScale="55000" lnSpcReduction="20000"/>
          </a:bodyPr>
          <a:lstStyle/>
          <a:p>
            <a:endParaRPr lang="en-GB"/>
          </a:p>
        </p:txBody>
      </p:sp>
      <p:sp>
        <p:nvSpPr>
          <p:cNvPr id="4" name="Subtitle 3">
            <a:extLst>
              <a:ext uri="{FF2B5EF4-FFF2-40B4-BE49-F238E27FC236}">
                <a16:creationId xmlns:a16="http://schemas.microsoft.com/office/drawing/2014/main" id="{B58584A5-AA23-E557-0CDA-F562D0713C07}"/>
              </a:ext>
            </a:extLst>
          </p:cNvPr>
          <p:cNvSpPr>
            <a:spLocks noGrp="1"/>
          </p:cNvSpPr>
          <p:nvPr>
            <p:ph type="body" sz="quarter" idx="14"/>
          </p:nvPr>
        </p:nvSpPr>
        <p:spPr/>
        <p:txBody>
          <a:bodyPr>
            <a:normAutofit fontScale="40000" lnSpcReduction="20000"/>
          </a:bodyPr>
          <a:lstStyle/>
          <a:p>
            <a:r>
              <a:rPr lang="en-GB" sz="2800" dirty="0"/>
              <a:t>Database Design</a:t>
            </a:r>
          </a:p>
        </p:txBody>
      </p:sp>
      <p:sp>
        <p:nvSpPr>
          <p:cNvPr id="3" name="Slide Number Placeholder 2">
            <a:extLst>
              <a:ext uri="{FF2B5EF4-FFF2-40B4-BE49-F238E27FC236}">
                <a16:creationId xmlns:a16="http://schemas.microsoft.com/office/drawing/2014/main" id="{7A5D8592-4516-6DEC-CBB7-0618405D6F39}"/>
              </a:ext>
            </a:extLst>
          </p:cNvPr>
          <p:cNvSpPr>
            <a:spLocks noGrp="1"/>
          </p:cNvSpPr>
          <p:nvPr>
            <p:ph type="sldNum" sz="quarter" idx="4294967295"/>
          </p:nvPr>
        </p:nvSpPr>
        <p:spPr>
          <a:xfrm>
            <a:off x="0" y="6340475"/>
            <a:ext cx="303213" cy="365125"/>
          </a:xfrm>
          <a:prstGeom prst="rect">
            <a:avLst/>
          </a:prstGeom>
        </p:spPr>
        <p:txBody>
          <a:bodyPr/>
          <a:lstStyle/>
          <a:p>
            <a:fld id="{4FAB73BC-B049-4115-A692-8D63A059BFB8}" type="slidenum">
              <a:rPr lang="en-US" smtClean="0"/>
              <a:pPr/>
              <a:t>4</a:t>
            </a:fld>
            <a:endParaRPr lang="en-US" dirty="0"/>
          </a:p>
        </p:txBody>
      </p:sp>
      <p:sp>
        <p:nvSpPr>
          <p:cNvPr id="18" name="Text Placeholder 119">
            <a:extLst>
              <a:ext uri="{FF2B5EF4-FFF2-40B4-BE49-F238E27FC236}">
                <a16:creationId xmlns:a16="http://schemas.microsoft.com/office/drawing/2014/main" id="{EA1D26DD-7682-F356-DB44-CC93491511A5}"/>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176445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9C2DC-EF31-F56D-FAFD-260A6F4AA4D7}"/>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075E58FF-7992-08A9-4030-C01285EFA633}"/>
              </a:ext>
            </a:extLst>
          </p:cNvPr>
          <p:cNvSpPr>
            <a:spLocks noGrp="1"/>
          </p:cNvSpPr>
          <p:nvPr>
            <p:ph type="title"/>
          </p:nvPr>
        </p:nvSpPr>
        <p:spPr/>
        <p:txBody>
          <a:bodyPr/>
          <a:lstStyle/>
          <a:p>
            <a:r>
              <a:rPr lang="en-GB" b="1" dirty="0"/>
              <a:t>University Record Management System</a:t>
            </a:r>
            <a:endParaRPr lang="en-US" dirty="0"/>
          </a:p>
        </p:txBody>
      </p:sp>
      <p:sp>
        <p:nvSpPr>
          <p:cNvPr id="13" name="Content Placeholder 12">
            <a:extLst>
              <a:ext uri="{FF2B5EF4-FFF2-40B4-BE49-F238E27FC236}">
                <a16:creationId xmlns:a16="http://schemas.microsoft.com/office/drawing/2014/main" id="{A86C9448-2C18-EB5D-6042-D1F1016FAA4C}"/>
              </a:ext>
            </a:extLst>
          </p:cNvPr>
          <p:cNvSpPr>
            <a:spLocks noGrp="1"/>
          </p:cNvSpPr>
          <p:nvPr>
            <p:ph sz="quarter" idx="13"/>
          </p:nvPr>
        </p:nvSpPr>
        <p:spPr>
          <a:xfrm>
            <a:off x="0" y="2476303"/>
            <a:ext cx="2607961" cy="3774936"/>
          </a:xfrm>
        </p:spPr>
        <p:txBody>
          <a:bodyPr>
            <a:normAutofit/>
          </a:bodyPr>
          <a:lstStyle/>
          <a:p>
            <a:pPr lvl="1"/>
            <a:r>
              <a:rPr lang="en-GB" dirty="0"/>
              <a:t>20 normalised tables</a:t>
            </a:r>
          </a:p>
          <a:p>
            <a:pPr lvl="1"/>
            <a:r>
              <a:rPr lang="en-GB" dirty="0"/>
              <a:t>Designed in MySQL Workbench</a:t>
            </a:r>
          </a:p>
          <a:p>
            <a:pPr lvl="1"/>
            <a:r>
              <a:rPr lang="en-GB" dirty="0"/>
              <a:t>Surrogate </a:t>
            </a:r>
            <a:r>
              <a:rPr lang="en-GB" dirty="0" err="1"/>
              <a:t>DepartmentID</a:t>
            </a:r>
            <a:r>
              <a:rPr lang="en-GB" dirty="0"/>
              <a:t> key</a:t>
            </a:r>
          </a:p>
          <a:p>
            <a:pPr lvl="1"/>
            <a:r>
              <a:rPr lang="en-GB" dirty="0"/>
              <a:t>Multi-valued data modelled through related tables</a:t>
            </a:r>
          </a:p>
          <a:p>
            <a:pPr lvl="1"/>
            <a:r>
              <a:rPr lang="en-GB" dirty="0"/>
              <a:t>Student-Course relationship resolved by </a:t>
            </a:r>
            <a:r>
              <a:rPr lang="en-GB" dirty="0" err="1"/>
              <a:t>enrollments</a:t>
            </a:r>
            <a:endParaRPr lang="en-GB" dirty="0"/>
          </a:p>
          <a:p>
            <a:pPr marL="228600" lvl="1" indent="0">
              <a:buNone/>
            </a:pPr>
            <a:endParaRPr lang="en-US" dirty="0"/>
          </a:p>
        </p:txBody>
      </p:sp>
      <p:sp>
        <p:nvSpPr>
          <p:cNvPr id="2" name="Text Placeholder 1">
            <a:extLst>
              <a:ext uri="{FF2B5EF4-FFF2-40B4-BE49-F238E27FC236}">
                <a16:creationId xmlns:a16="http://schemas.microsoft.com/office/drawing/2014/main" id="{CF059A59-7230-2A99-A47D-3F18EEE3211C}"/>
              </a:ext>
            </a:extLst>
          </p:cNvPr>
          <p:cNvSpPr>
            <a:spLocks noGrp="1"/>
          </p:cNvSpPr>
          <p:nvPr>
            <p:ph type="body" sz="quarter" idx="16"/>
          </p:nvPr>
        </p:nvSpPr>
        <p:spPr>
          <a:xfrm>
            <a:off x="-1" y="1676400"/>
            <a:ext cx="10837333" cy="424732"/>
          </a:xfrm>
        </p:spPr>
        <p:txBody>
          <a:bodyPr/>
          <a:lstStyle/>
          <a:p>
            <a:r>
              <a:rPr lang="en-GB" dirty="0"/>
              <a:t>Database Design - University System ERD</a:t>
            </a:r>
          </a:p>
        </p:txBody>
      </p:sp>
      <p:sp>
        <p:nvSpPr>
          <p:cNvPr id="3" name="Slide Number Placeholder 2">
            <a:extLst>
              <a:ext uri="{FF2B5EF4-FFF2-40B4-BE49-F238E27FC236}">
                <a16:creationId xmlns:a16="http://schemas.microsoft.com/office/drawing/2014/main" id="{FDB865F3-A578-CD8D-C0A7-0788D0FE4E0C}"/>
              </a:ext>
            </a:extLst>
          </p:cNvPr>
          <p:cNvSpPr>
            <a:spLocks noGrp="1"/>
          </p:cNvSpPr>
          <p:nvPr>
            <p:ph type="sldNum" sz="quarter" idx="4"/>
          </p:nvPr>
        </p:nvSpPr>
        <p:spPr/>
        <p:txBody>
          <a:bodyPr/>
          <a:lstStyle/>
          <a:p>
            <a:fld id="{4FAB73BC-B049-4115-A692-8D63A059BFB8}" type="slidenum">
              <a:rPr lang="en-US" smtClean="0"/>
              <a:pPr/>
              <a:t>5</a:t>
            </a:fld>
            <a:endParaRPr lang="en-US" dirty="0"/>
          </a:p>
        </p:txBody>
      </p:sp>
      <p:sp>
        <p:nvSpPr>
          <p:cNvPr id="18" name="Text Placeholder 119">
            <a:extLst>
              <a:ext uri="{FF2B5EF4-FFF2-40B4-BE49-F238E27FC236}">
                <a16:creationId xmlns:a16="http://schemas.microsoft.com/office/drawing/2014/main" id="{780965C0-6C6D-BE5B-5528-D989843D5FDD}"/>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58710530-E4CF-EE11-9DFD-2AC477F67D07}"/>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pic>
        <p:nvPicPr>
          <p:cNvPr id="5" name="Picture 4">
            <a:extLst>
              <a:ext uri="{FF2B5EF4-FFF2-40B4-BE49-F238E27FC236}">
                <a16:creationId xmlns:a16="http://schemas.microsoft.com/office/drawing/2014/main" id="{8894D9EE-4E78-853F-4906-4E33EF35356E}"/>
              </a:ext>
            </a:extLst>
          </p:cNvPr>
          <p:cNvPicPr>
            <a:picLocks noChangeAspect="1"/>
          </p:cNvPicPr>
          <p:nvPr/>
        </p:nvPicPr>
        <p:blipFill>
          <a:blip r:embed="rId4"/>
          <a:stretch>
            <a:fillRect/>
          </a:stretch>
        </p:blipFill>
        <p:spPr>
          <a:xfrm>
            <a:off x="2711624" y="2217093"/>
            <a:ext cx="8125708" cy="4424212"/>
          </a:xfrm>
          <a:prstGeom prst="rect">
            <a:avLst/>
          </a:prstGeom>
        </p:spPr>
      </p:pic>
    </p:spTree>
    <p:extLst>
      <p:ext uri="{BB962C8B-B14F-4D97-AF65-F5344CB8AC3E}">
        <p14:creationId xmlns:p14="http://schemas.microsoft.com/office/powerpoint/2010/main" val="3835167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8BC62-B16B-C1C7-4CC6-49AF92116D97}"/>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BA1B8BE2-1C0A-3E26-CEFA-587F9EC66D74}"/>
              </a:ext>
            </a:extLst>
          </p:cNvPr>
          <p:cNvSpPr>
            <a:spLocks noGrp="1"/>
          </p:cNvSpPr>
          <p:nvPr>
            <p:ph type="title"/>
          </p:nvPr>
        </p:nvSpPr>
        <p:spPr/>
        <p:txBody>
          <a:bodyPr/>
          <a:lstStyle/>
          <a:p>
            <a:r>
              <a:rPr lang="en-GB" b="1" dirty="0"/>
              <a:t>University Record Management System</a:t>
            </a:r>
            <a:endParaRPr lang="en-US" dirty="0"/>
          </a:p>
        </p:txBody>
      </p:sp>
      <p:sp>
        <p:nvSpPr>
          <p:cNvPr id="13" name="Content Placeholder 12">
            <a:extLst>
              <a:ext uri="{FF2B5EF4-FFF2-40B4-BE49-F238E27FC236}">
                <a16:creationId xmlns:a16="http://schemas.microsoft.com/office/drawing/2014/main" id="{EBD886EB-5C75-E153-5C62-5415FA32B046}"/>
              </a:ext>
            </a:extLst>
          </p:cNvPr>
          <p:cNvSpPr>
            <a:spLocks noGrp="1"/>
          </p:cNvSpPr>
          <p:nvPr>
            <p:ph sz="quarter" idx="13"/>
          </p:nvPr>
        </p:nvSpPr>
        <p:spPr>
          <a:xfrm>
            <a:off x="535711" y="2206752"/>
            <a:ext cx="10288693" cy="3660648"/>
          </a:xfrm>
        </p:spPr>
        <p:txBody>
          <a:bodyPr>
            <a:normAutofit/>
          </a:bodyPr>
          <a:lstStyle/>
          <a:p>
            <a:r>
              <a:rPr lang="en-GB" dirty="0"/>
              <a:t>ERD Explanation</a:t>
            </a:r>
          </a:p>
          <a:p>
            <a:pPr marL="0" indent="0">
              <a:buNone/>
            </a:pPr>
            <a:endParaRPr lang="en-GB" dirty="0"/>
          </a:p>
          <a:p>
            <a:pPr marL="228600" lvl="1" indent="0">
              <a:buNone/>
            </a:pPr>
            <a:r>
              <a:rPr lang="en-GB" dirty="0"/>
              <a:t>This slide shows the Entity Relationship Diagram for the University Record Management System. The database consists of 20 normalised tables designed in MySQL Workbench. </a:t>
            </a:r>
          </a:p>
          <a:p>
            <a:pPr marL="228600" lvl="1" indent="0">
              <a:buNone/>
            </a:pPr>
            <a:r>
              <a:rPr lang="en-GB" dirty="0"/>
              <a:t>To reduce redundancy and maintain data integrity, multi-valued information such as qualifications, expertise areas, publications and disciplinary records was modelled using separate related tables. </a:t>
            </a:r>
          </a:p>
          <a:p>
            <a:pPr marL="228600" lvl="1" indent="0">
              <a:buNone/>
            </a:pPr>
            <a:r>
              <a:rPr lang="en-GB" dirty="0"/>
              <a:t>The many-to-many relationship between students and courses is resolved through the enrolments table, which also stores semester and grade information. During development, a surrogate </a:t>
            </a:r>
            <a:r>
              <a:rPr lang="en-GB" dirty="0" err="1"/>
              <a:t>DepartmentID</a:t>
            </a:r>
            <a:r>
              <a:rPr lang="en-GB" dirty="0"/>
              <a:t> key was introduced to improve referential integrity and provide consistent relationships between departments, lecturers, staff and courses..</a:t>
            </a:r>
          </a:p>
          <a:p>
            <a:pPr marL="228600" lvl="1" indent="0">
              <a:buNone/>
            </a:pPr>
            <a:endParaRPr lang="en-US" dirty="0"/>
          </a:p>
        </p:txBody>
      </p:sp>
      <p:sp>
        <p:nvSpPr>
          <p:cNvPr id="2" name="Text Placeholder 1">
            <a:extLst>
              <a:ext uri="{FF2B5EF4-FFF2-40B4-BE49-F238E27FC236}">
                <a16:creationId xmlns:a16="http://schemas.microsoft.com/office/drawing/2014/main" id="{E960BA6B-447B-1A7D-0E25-258D68C2BC32}"/>
              </a:ext>
            </a:extLst>
          </p:cNvPr>
          <p:cNvSpPr>
            <a:spLocks noGrp="1"/>
          </p:cNvSpPr>
          <p:nvPr>
            <p:ph type="body" sz="quarter" idx="16"/>
          </p:nvPr>
        </p:nvSpPr>
        <p:spPr/>
        <p:txBody>
          <a:bodyPr/>
          <a:lstStyle/>
          <a:p>
            <a:r>
              <a:rPr lang="en-GB" dirty="0"/>
              <a:t>Database Design</a:t>
            </a:r>
            <a:endParaRPr lang="en-US" dirty="0"/>
          </a:p>
        </p:txBody>
      </p:sp>
      <p:sp>
        <p:nvSpPr>
          <p:cNvPr id="3" name="Slide Number Placeholder 2">
            <a:extLst>
              <a:ext uri="{FF2B5EF4-FFF2-40B4-BE49-F238E27FC236}">
                <a16:creationId xmlns:a16="http://schemas.microsoft.com/office/drawing/2014/main" id="{630C5E54-1CB5-A9F7-CF50-81A6C1ED2B74}"/>
              </a:ext>
            </a:extLst>
          </p:cNvPr>
          <p:cNvSpPr>
            <a:spLocks noGrp="1"/>
          </p:cNvSpPr>
          <p:nvPr>
            <p:ph type="sldNum" sz="quarter" idx="4"/>
          </p:nvPr>
        </p:nvSpPr>
        <p:spPr/>
        <p:txBody>
          <a:bodyPr/>
          <a:lstStyle/>
          <a:p>
            <a:fld id="{4FAB73BC-B049-4115-A692-8D63A059BFB8}" type="slidenum">
              <a:rPr lang="en-US" smtClean="0"/>
              <a:pPr/>
              <a:t>6</a:t>
            </a:fld>
            <a:endParaRPr lang="en-US" dirty="0"/>
          </a:p>
        </p:txBody>
      </p:sp>
      <p:sp>
        <p:nvSpPr>
          <p:cNvPr id="18" name="Text Placeholder 119">
            <a:extLst>
              <a:ext uri="{FF2B5EF4-FFF2-40B4-BE49-F238E27FC236}">
                <a16:creationId xmlns:a16="http://schemas.microsoft.com/office/drawing/2014/main" id="{917D26EF-FB4C-0BEE-1BBE-B7D482BB0D02}"/>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0FE9A9D1-E806-1FDB-D861-3ACF0FF9C452}"/>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889808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A423A-6E4E-63D3-A164-76199C5093EC}"/>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69A64FCE-D5A5-06F2-1336-D1451C122A77}"/>
              </a:ext>
            </a:extLst>
          </p:cNvPr>
          <p:cNvSpPr>
            <a:spLocks noGrp="1"/>
          </p:cNvSpPr>
          <p:nvPr>
            <p:ph type="title"/>
          </p:nvPr>
        </p:nvSpPr>
        <p:spPr/>
        <p:txBody>
          <a:bodyPr/>
          <a:lstStyle/>
          <a:p>
            <a:r>
              <a:rPr lang="en-GB" b="1" dirty="0"/>
              <a:t>University Record Management System</a:t>
            </a:r>
            <a:endParaRPr lang="en-US" dirty="0"/>
          </a:p>
        </p:txBody>
      </p:sp>
      <p:sp>
        <p:nvSpPr>
          <p:cNvPr id="13" name="Content Placeholder 12">
            <a:extLst>
              <a:ext uri="{FF2B5EF4-FFF2-40B4-BE49-F238E27FC236}">
                <a16:creationId xmlns:a16="http://schemas.microsoft.com/office/drawing/2014/main" id="{C776177F-0056-B465-9274-8499C372B04F}"/>
              </a:ext>
            </a:extLst>
          </p:cNvPr>
          <p:cNvSpPr>
            <a:spLocks noGrp="1"/>
          </p:cNvSpPr>
          <p:nvPr>
            <p:ph sz="quarter" idx="13"/>
          </p:nvPr>
        </p:nvSpPr>
        <p:spPr>
          <a:xfrm>
            <a:off x="407368" y="2246458"/>
            <a:ext cx="10288693" cy="3660648"/>
          </a:xfrm>
        </p:spPr>
        <p:txBody>
          <a:bodyPr>
            <a:normAutofit lnSpcReduction="10000"/>
          </a:bodyPr>
          <a:lstStyle/>
          <a:p>
            <a:pPr marL="0" indent="0">
              <a:buNone/>
            </a:pPr>
            <a:r>
              <a:rPr lang="en-GB" b="1" dirty="0"/>
              <a:t>Important Decisions</a:t>
            </a:r>
          </a:p>
          <a:p>
            <a:r>
              <a:rPr lang="en-GB" dirty="0"/>
              <a:t>Surrogate </a:t>
            </a:r>
            <a:r>
              <a:rPr lang="en-GB" dirty="0" err="1"/>
              <a:t>DepartmentID</a:t>
            </a:r>
            <a:r>
              <a:rPr lang="en-GB" dirty="0"/>
              <a:t> key</a:t>
            </a:r>
          </a:p>
          <a:p>
            <a:r>
              <a:rPr lang="en-GB" dirty="0"/>
              <a:t>Numeric nullable grades</a:t>
            </a:r>
          </a:p>
          <a:p>
            <a:r>
              <a:rPr lang="en-GB" dirty="0"/>
              <a:t>Layered architecture</a:t>
            </a:r>
          </a:p>
          <a:p>
            <a:r>
              <a:rPr lang="en-GB" dirty="0"/>
              <a:t>Query catalogue</a:t>
            </a:r>
          </a:p>
          <a:p>
            <a:r>
              <a:rPr lang="en-GB" dirty="0"/>
              <a:t>SQLite + MySQL support</a:t>
            </a:r>
          </a:p>
          <a:p>
            <a:pPr marL="0" indent="0">
              <a:buNone/>
            </a:pPr>
            <a:r>
              <a:rPr lang="en-GB" dirty="0"/>
              <a:t>Several design decisions significantly improved the system. Department relationships were standardised through a surrogate key, grade values were stored as numeric nullable attributes to support aggregation, and all queries were managed through a shared catalogue. The system also supports both SQLite and MySQL through a single database abstraction layer.</a:t>
            </a:r>
            <a:endParaRPr lang="en-US" dirty="0"/>
          </a:p>
        </p:txBody>
      </p:sp>
      <p:sp>
        <p:nvSpPr>
          <p:cNvPr id="2" name="Text Placeholder 1">
            <a:extLst>
              <a:ext uri="{FF2B5EF4-FFF2-40B4-BE49-F238E27FC236}">
                <a16:creationId xmlns:a16="http://schemas.microsoft.com/office/drawing/2014/main" id="{07C496DC-A071-D667-F5C1-29BE84D7A145}"/>
              </a:ext>
            </a:extLst>
          </p:cNvPr>
          <p:cNvSpPr>
            <a:spLocks noGrp="1"/>
          </p:cNvSpPr>
          <p:nvPr>
            <p:ph type="body" sz="quarter" idx="16"/>
          </p:nvPr>
        </p:nvSpPr>
        <p:spPr/>
        <p:txBody>
          <a:bodyPr/>
          <a:lstStyle/>
          <a:p>
            <a:r>
              <a:rPr lang="en-GB" dirty="0"/>
              <a:t>Key Design Decisions 1 - 2MINS</a:t>
            </a:r>
            <a:endParaRPr lang="en-US" dirty="0"/>
          </a:p>
        </p:txBody>
      </p:sp>
      <p:sp>
        <p:nvSpPr>
          <p:cNvPr id="3" name="Slide Number Placeholder 2">
            <a:extLst>
              <a:ext uri="{FF2B5EF4-FFF2-40B4-BE49-F238E27FC236}">
                <a16:creationId xmlns:a16="http://schemas.microsoft.com/office/drawing/2014/main" id="{FA7BF657-060A-C327-E452-B566FE324605}"/>
              </a:ext>
            </a:extLst>
          </p:cNvPr>
          <p:cNvSpPr>
            <a:spLocks noGrp="1"/>
          </p:cNvSpPr>
          <p:nvPr>
            <p:ph type="sldNum" sz="quarter" idx="4"/>
          </p:nvPr>
        </p:nvSpPr>
        <p:spPr/>
        <p:txBody>
          <a:bodyPr/>
          <a:lstStyle/>
          <a:p>
            <a:fld id="{4FAB73BC-B049-4115-A692-8D63A059BFB8}" type="slidenum">
              <a:rPr lang="en-US" smtClean="0"/>
              <a:pPr/>
              <a:t>7</a:t>
            </a:fld>
            <a:endParaRPr lang="en-US" dirty="0"/>
          </a:p>
        </p:txBody>
      </p:sp>
      <p:sp>
        <p:nvSpPr>
          <p:cNvPr id="18" name="Text Placeholder 119">
            <a:extLst>
              <a:ext uri="{FF2B5EF4-FFF2-40B4-BE49-F238E27FC236}">
                <a16:creationId xmlns:a16="http://schemas.microsoft.com/office/drawing/2014/main" id="{57E82521-ADD0-E845-08D4-3C1257AC05FA}"/>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4575A1B6-ABAB-8B1D-C3DA-8B56D6AB8F85}"/>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2137544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00BB8-4096-D53D-4A23-0B25813A1D4F}"/>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7252CC23-665F-10E0-15ED-4C16785679EE}"/>
              </a:ext>
            </a:extLst>
          </p:cNvPr>
          <p:cNvSpPr>
            <a:spLocks noGrp="1"/>
          </p:cNvSpPr>
          <p:nvPr>
            <p:ph type="title"/>
          </p:nvPr>
        </p:nvSpPr>
        <p:spPr/>
        <p:txBody>
          <a:bodyPr/>
          <a:lstStyle/>
          <a:p>
            <a:r>
              <a:rPr lang="en-GB" b="1" dirty="0"/>
              <a:t>University Record Management System</a:t>
            </a:r>
            <a:endParaRPr lang="en-US" dirty="0"/>
          </a:p>
        </p:txBody>
      </p:sp>
      <p:sp>
        <p:nvSpPr>
          <p:cNvPr id="13" name="Content Placeholder 12">
            <a:extLst>
              <a:ext uri="{FF2B5EF4-FFF2-40B4-BE49-F238E27FC236}">
                <a16:creationId xmlns:a16="http://schemas.microsoft.com/office/drawing/2014/main" id="{ABBF7508-66B0-CC9F-BDA5-D3BCA6C078EC}"/>
              </a:ext>
            </a:extLst>
          </p:cNvPr>
          <p:cNvSpPr>
            <a:spLocks noGrp="1"/>
          </p:cNvSpPr>
          <p:nvPr>
            <p:ph sz="quarter" idx="13"/>
          </p:nvPr>
        </p:nvSpPr>
        <p:spPr>
          <a:xfrm>
            <a:off x="6600056" y="2667000"/>
            <a:ext cx="4237277" cy="3660648"/>
          </a:xfrm>
        </p:spPr>
        <p:txBody>
          <a:bodyPr>
            <a:normAutofit fontScale="77500" lnSpcReduction="20000"/>
          </a:bodyPr>
          <a:lstStyle/>
          <a:p>
            <a:r>
              <a:rPr lang="en-GB" dirty="0"/>
              <a:t>Benefits</a:t>
            </a:r>
          </a:p>
          <a:p>
            <a:r>
              <a:rPr lang="en-GB" dirty="0"/>
              <a:t>Separation of concerns</a:t>
            </a:r>
          </a:p>
          <a:p>
            <a:r>
              <a:rPr lang="en-GB" dirty="0"/>
              <a:t>Easier maintenance</a:t>
            </a:r>
          </a:p>
          <a:p>
            <a:r>
              <a:rPr lang="en-GB" dirty="0"/>
              <a:t>Reusable query logic</a:t>
            </a:r>
          </a:p>
          <a:p>
            <a:r>
              <a:rPr lang="en-GB" dirty="0"/>
              <a:t>Supports multiple front ends</a:t>
            </a:r>
          </a:p>
          <a:p>
            <a:endParaRPr lang="en-GB" dirty="0"/>
          </a:p>
          <a:p>
            <a:r>
              <a:rPr lang="en-GB" dirty="0"/>
              <a:t> The application was organised into three layers. The GUI and command-line interfaces contain no SQL, the query engine contains no user-interface code, and the database layer is responsible for communicating with either SQLite or MySQL. This separation allowed the schema and interfaces to evolve independently throughout development.</a:t>
            </a:r>
            <a:endParaRPr lang="en-US" dirty="0"/>
          </a:p>
        </p:txBody>
      </p:sp>
      <p:sp>
        <p:nvSpPr>
          <p:cNvPr id="2" name="Text Placeholder 1">
            <a:extLst>
              <a:ext uri="{FF2B5EF4-FFF2-40B4-BE49-F238E27FC236}">
                <a16:creationId xmlns:a16="http://schemas.microsoft.com/office/drawing/2014/main" id="{777058EC-26C3-F319-2938-FEBC1BD0101B}"/>
              </a:ext>
            </a:extLst>
          </p:cNvPr>
          <p:cNvSpPr>
            <a:spLocks noGrp="1"/>
          </p:cNvSpPr>
          <p:nvPr>
            <p:ph type="body" sz="quarter" idx="16"/>
          </p:nvPr>
        </p:nvSpPr>
        <p:spPr/>
        <p:txBody>
          <a:bodyPr/>
          <a:lstStyle/>
          <a:p>
            <a:r>
              <a:rPr lang="en-GB" dirty="0"/>
              <a:t>System Architecture 30 to 60 sec</a:t>
            </a:r>
            <a:endParaRPr lang="en-US" dirty="0"/>
          </a:p>
        </p:txBody>
      </p:sp>
      <p:sp>
        <p:nvSpPr>
          <p:cNvPr id="3" name="Slide Number Placeholder 2">
            <a:extLst>
              <a:ext uri="{FF2B5EF4-FFF2-40B4-BE49-F238E27FC236}">
                <a16:creationId xmlns:a16="http://schemas.microsoft.com/office/drawing/2014/main" id="{153251A1-C10F-6EC5-C6F1-556A0FAE2D79}"/>
              </a:ext>
            </a:extLst>
          </p:cNvPr>
          <p:cNvSpPr>
            <a:spLocks noGrp="1"/>
          </p:cNvSpPr>
          <p:nvPr>
            <p:ph type="sldNum" sz="quarter" idx="4"/>
          </p:nvPr>
        </p:nvSpPr>
        <p:spPr/>
        <p:txBody>
          <a:bodyPr/>
          <a:lstStyle/>
          <a:p>
            <a:fld id="{4FAB73BC-B049-4115-A692-8D63A059BFB8}" type="slidenum">
              <a:rPr lang="en-US" smtClean="0"/>
              <a:pPr/>
              <a:t>8</a:t>
            </a:fld>
            <a:endParaRPr lang="en-US" dirty="0"/>
          </a:p>
        </p:txBody>
      </p:sp>
      <p:sp>
        <p:nvSpPr>
          <p:cNvPr id="18" name="Text Placeholder 119">
            <a:extLst>
              <a:ext uri="{FF2B5EF4-FFF2-40B4-BE49-F238E27FC236}">
                <a16:creationId xmlns:a16="http://schemas.microsoft.com/office/drawing/2014/main" id="{6C07574B-3E79-2B31-FE38-9D3E0B1996EE}"/>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4D87B474-FAF9-B644-1314-54156185FB45}"/>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
        <p:nvSpPr>
          <p:cNvPr id="4" name="Content Placeholder 12">
            <a:extLst>
              <a:ext uri="{FF2B5EF4-FFF2-40B4-BE49-F238E27FC236}">
                <a16:creationId xmlns:a16="http://schemas.microsoft.com/office/drawing/2014/main" id="{52DDC8D6-97AB-EAEF-6A52-D63E4D492DDE}"/>
              </a:ext>
            </a:extLst>
          </p:cNvPr>
          <p:cNvSpPr txBox="1">
            <a:spLocks/>
          </p:cNvSpPr>
          <p:nvPr/>
        </p:nvSpPr>
        <p:spPr>
          <a:xfrm>
            <a:off x="1354667" y="2564904"/>
            <a:ext cx="4237277" cy="36606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dirty="0"/>
              <a:t>Layered Architecture</a:t>
            </a:r>
          </a:p>
          <a:p>
            <a:r>
              <a:rPr lang="en-US" dirty="0"/>
              <a:t>GUI (</a:t>
            </a:r>
            <a:r>
              <a:rPr lang="en-US" dirty="0" err="1"/>
              <a:t>Tkinter</a:t>
            </a:r>
            <a:r>
              <a:rPr lang="en-US" dirty="0"/>
              <a:t>) and CLI interfaces</a:t>
            </a:r>
          </a:p>
          <a:p>
            <a:r>
              <a:rPr lang="en-US" dirty="0"/>
              <a:t>Shared query engine (queries.py)</a:t>
            </a:r>
          </a:p>
          <a:p>
            <a:r>
              <a:rPr lang="en-US" dirty="0"/>
              <a:t>Database abstraction layer (db.py)</a:t>
            </a:r>
          </a:p>
          <a:p>
            <a:r>
              <a:rPr lang="en-US" dirty="0"/>
              <a:t>SQLite and MySQL support</a:t>
            </a:r>
          </a:p>
        </p:txBody>
      </p:sp>
    </p:spTree>
    <p:extLst>
      <p:ext uri="{BB962C8B-B14F-4D97-AF65-F5344CB8AC3E}">
        <p14:creationId xmlns:p14="http://schemas.microsoft.com/office/powerpoint/2010/main" val="3165818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6F89A-A71B-C1CF-69F6-CBE2135E1A63}"/>
            </a:ext>
          </a:extLst>
        </p:cNvPr>
        <p:cNvGrpSpPr/>
        <p:nvPr/>
      </p:nvGrpSpPr>
      <p:grpSpPr>
        <a:xfrm>
          <a:off x="0" y="0"/>
          <a:ext cx="0" cy="0"/>
          <a:chOff x="0" y="0"/>
          <a:chExt cx="0" cy="0"/>
        </a:xfrm>
      </p:grpSpPr>
      <p:pic>
        <p:nvPicPr>
          <p:cNvPr id="10" name="Picture Placeholder 5">
            <a:extLst>
              <a:ext uri="{FF2B5EF4-FFF2-40B4-BE49-F238E27FC236}">
                <a16:creationId xmlns:a16="http://schemas.microsoft.com/office/drawing/2014/main" id="{194877A1-BE8B-347E-121F-A205927AE6CB}"/>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l="46661" r="46661"/>
          <a:stretch/>
        </p:blipFill>
        <p:spPr/>
      </p:pic>
      <p:sp>
        <p:nvSpPr>
          <p:cNvPr id="2" name="Text Placeholder 1">
            <a:extLst>
              <a:ext uri="{FF2B5EF4-FFF2-40B4-BE49-F238E27FC236}">
                <a16:creationId xmlns:a16="http://schemas.microsoft.com/office/drawing/2014/main" id="{93169149-B9BE-D06A-75CE-A6BF23347BD3}"/>
              </a:ext>
            </a:extLst>
          </p:cNvPr>
          <p:cNvSpPr>
            <a:spLocks noGrp="1"/>
          </p:cNvSpPr>
          <p:nvPr>
            <p:ph type="body" sz="quarter" idx="12"/>
          </p:nvPr>
        </p:nvSpPr>
        <p:spPr/>
        <p:txBody>
          <a:bodyPr/>
          <a:lstStyle/>
          <a:p>
            <a:r>
              <a:rPr lang="en-GB" dirty="0"/>
              <a:t>Database Design  1 - 2MINS</a:t>
            </a:r>
            <a:endParaRPr lang="en-US" dirty="0"/>
          </a:p>
        </p:txBody>
      </p:sp>
      <p:sp>
        <p:nvSpPr>
          <p:cNvPr id="12" name="Title 11">
            <a:extLst>
              <a:ext uri="{FF2B5EF4-FFF2-40B4-BE49-F238E27FC236}">
                <a16:creationId xmlns:a16="http://schemas.microsoft.com/office/drawing/2014/main" id="{39B9604C-D996-EDE7-0425-18D52BD02A5C}"/>
              </a:ext>
            </a:extLst>
          </p:cNvPr>
          <p:cNvSpPr>
            <a:spLocks noGrp="1"/>
          </p:cNvSpPr>
          <p:nvPr>
            <p:ph type="ctrTitle"/>
          </p:nvPr>
        </p:nvSpPr>
        <p:spPr/>
        <p:txBody>
          <a:bodyPr>
            <a:normAutofit fontScale="90000"/>
          </a:bodyPr>
          <a:lstStyle/>
          <a:p>
            <a:r>
              <a:rPr lang="en-GB" b="1" dirty="0"/>
              <a:t>University Record Management System</a:t>
            </a:r>
            <a:endParaRPr lang="en-US" dirty="0"/>
          </a:p>
        </p:txBody>
      </p:sp>
      <p:sp>
        <p:nvSpPr>
          <p:cNvPr id="7" name="Subtitle 6">
            <a:extLst>
              <a:ext uri="{FF2B5EF4-FFF2-40B4-BE49-F238E27FC236}">
                <a16:creationId xmlns:a16="http://schemas.microsoft.com/office/drawing/2014/main" id="{1009281E-1509-34DB-41EE-84B8027EBF3E}"/>
              </a:ext>
            </a:extLst>
          </p:cNvPr>
          <p:cNvSpPr>
            <a:spLocks noGrp="1"/>
          </p:cNvSpPr>
          <p:nvPr>
            <p:ph type="subTitle" idx="1"/>
          </p:nvPr>
        </p:nvSpPr>
        <p:spPr>
          <a:xfrm>
            <a:off x="6816080" y="2564904"/>
            <a:ext cx="4648200" cy="1872208"/>
          </a:xfrm>
        </p:spPr>
        <p:txBody>
          <a:bodyPr>
            <a:normAutofit fontScale="62500" lnSpcReduction="20000"/>
          </a:bodyPr>
          <a:lstStyle/>
          <a:p>
            <a:r>
              <a:rPr lang="en-GB" sz="6300" dirty="0"/>
              <a:t>QUERY INTERFACES</a:t>
            </a:r>
          </a:p>
          <a:p>
            <a:endParaRPr lang="en-GB" sz="4000" dirty="0"/>
          </a:p>
          <a:p>
            <a:r>
              <a:rPr lang="en-GB" sz="4000" dirty="0"/>
              <a:t>1. Standard query interface</a:t>
            </a:r>
          </a:p>
          <a:p>
            <a:endParaRPr lang="en-GB" sz="4000" dirty="0"/>
          </a:p>
          <a:p>
            <a:r>
              <a:rPr lang="en-GB" sz="4000" dirty="0"/>
              <a:t>2. Custom query builder interface</a:t>
            </a:r>
          </a:p>
          <a:p>
            <a:endParaRPr lang="en-GB" sz="4000" dirty="0"/>
          </a:p>
        </p:txBody>
      </p:sp>
      <p:sp>
        <p:nvSpPr>
          <p:cNvPr id="8" name="Text Placeholder 7">
            <a:extLst>
              <a:ext uri="{FF2B5EF4-FFF2-40B4-BE49-F238E27FC236}">
                <a16:creationId xmlns:a16="http://schemas.microsoft.com/office/drawing/2014/main" id="{A482618E-88DE-86A6-FAD1-38660519A22B}"/>
              </a:ext>
            </a:extLst>
          </p:cNvPr>
          <p:cNvSpPr>
            <a:spLocks noGrp="1"/>
          </p:cNvSpPr>
          <p:nvPr>
            <p:ph type="body" sz="quarter" idx="13"/>
          </p:nvPr>
        </p:nvSpPr>
        <p:spPr/>
        <p:txBody>
          <a:bodyPr>
            <a:normAutofit fontScale="55000" lnSpcReduction="20000"/>
          </a:bodyPr>
          <a:lstStyle/>
          <a:p>
            <a:endParaRPr lang="en-GB"/>
          </a:p>
        </p:txBody>
      </p:sp>
      <p:sp>
        <p:nvSpPr>
          <p:cNvPr id="4" name="Subtitle 3">
            <a:extLst>
              <a:ext uri="{FF2B5EF4-FFF2-40B4-BE49-F238E27FC236}">
                <a16:creationId xmlns:a16="http://schemas.microsoft.com/office/drawing/2014/main" id="{E48D113C-0E43-DEF2-9E8C-E1A7846C9587}"/>
              </a:ext>
            </a:extLst>
          </p:cNvPr>
          <p:cNvSpPr>
            <a:spLocks noGrp="1"/>
          </p:cNvSpPr>
          <p:nvPr>
            <p:ph type="body" sz="quarter" idx="14"/>
          </p:nvPr>
        </p:nvSpPr>
        <p:spPr/>
        <p:txBody>
          <a:bodyPr>
            <a:normAutofit fontScale="40000" lnSpcReduction="20000"/>
          </a:bodyPr>
          <a:lstStyle/>
          <a:p>
            <a:r>
              <a:rPr lang="en-GB" sz="2800" dirty="0"/>
              <a:t>Database Design</a:t>
            </a:r>
          </a:p>
        </p:txBody>
      </p:sp>
      <p:sp>
        <p:nvSpPr>
          <p:cNvPr id="3" name="Slide Number Placeholder 2">
            <a:extLst>
              <a:ext uri="{FF2B5EF4-FFF2-40B4-BE49-F238E27FC236}">
                <a16:creationId xmlns:a16="http://schemas.microsoft.com/office/drawing/2014/main" id="{D7E8A7C3-63CF-DF8C-59E0-ABB979B2C5A1}"/>
              </a:ext>
            </a:extLst>
          </p:cNvPr>
          <p:cNvSpPr>
            <a:spLocks noGrp="1"/>
          </p:cNvSpPr>
          <p:nvPr>
            <p:ph type="sldNum" sz="quarter" idx="4294967295"/>
          </p:nvPr>
        </p:nvSpPr>
        <p:spPr>
          <a:xfrm>
            <a:off x="0" y="6340475"/>
            <a:ext cx="303213" cy="365125"/>
          </a:xfrm>
          <a:prstGeom prst="rect">
            <a:avLst/>
          </a:prstGeom>
        </p:spPr>
        <p:txBody>
          <a:bodyPr/>
          <a:lstStyle/>
          <a:p>
            <a:fld id="{4FAB73BC-B049-4115-A692-8D63A059BFB8}" type="slidenum">
              <a:rPr lang="en-US" smtClean="0"/>
              <a:pPr/>
              <a:t>9</a:t>
            </a:fld>
            <a:endParaRPr lang="en-US" dirty="0"/>
          </a:p>
        </p:txBody>
      </p:sp>
      <p:sp>
        <p:nvSpPr>
          <p:cNvPr id="18" name="Text Placeholder 119">
            <a:extLst>
              <a:ext uri="{FF2B5EF4-FFF2-40B4-BE49-F238E27FC236}">
                <a16:creationId xmlns:a16="http://schemas.microsoft.com/office/drawing/2014/main" id="{E836116B-B001-8D19-EAFE-2D37426E6B10}"/>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52782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94BF2-0243-FBEA-B01F-CA728FBA8307}"/>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ACCC8488-F59B-2C68-E5A4-882D0509D8E1}"/>
              </a:ext>
            </a:extLst>
          </p:cNvPr>
          <p:cNvSpPr>
            <a:spLocks noGrp="1"/>
          </p:cNvSpPr>
          <p:nvPr>
            <p:ph type="title"/>
          </p:nvPr>
        </p:nvSpPr>
        <p:spPr/>
        <p:txBody>
          <a:bodyPr/>
          <a:lstStyle/>
          <a:p>
            <a:r>
              <a:rPr lang="en-GB" b="1" dirty="0"/>
              <a:t>University Record Management System</a:t>
            </a:r>
            <a:endParaRPr lang="en-US" dirty="0"/>
          </a:p>
        </p:txBody>
      </p:sp>
      <p:sp>
        <p:nvSpPr>
          <p:cNvPr id="13" name="Content Placeholder 12">
            <a:extLst>
              <a:ext uri="{FF2B5EF4-FFF2-40B4-BE49-F238E27FC236}">
                <a16:creationId xmlns:a16="http://schemas.microsoft.com/office/drawing/2014/main" id="{401E6E02-5AE8-D741-AE64-1ED799201433}"/>
              </a:ext>
            </a:extLst>
          </p:cNvPr>
          <p:cNvSpPr>
            <a:spLocks noGrp="1"/>
          </p:cNvSpPr>
          <p:nvPr>
            <p:ph sz="quarter" idx="13"/>
          </p:nvPr>
        </p:nvSpPr>
        <p:spPr/>
        <p:txBody>
          <a:bodyPr/>
          <a:lstStyle/>
          <a:p>
            <a:r>
              <a:rPr lang="en-GB" dirty="0"/>
              <a:t>Query Interfaces</a:t>
            </a:r>
          </a:p>
          <a:p>
            <a:r>
              <a:rPr lang="en-GB" dirty="0"/>
              <a:t>Standard query interface</a:t>
            </a:r>
          </a:p>
          <a:p>
            <a:r>
              <a:rPr lang="en-GB" dirty="0"/>
              <a:t> Custom query builder interface</a:t>
            </a:r>
          </a:p>
          <a:p>
            <a:pPr marL="0" indent="0">
              <a:buNone/>
            </a:pPr>
            <a:endParaRPr lang="en-GB" dirty="0"/>
          </a:p>
          <a:p>
            <a:r>
              <a:rPr lang="en-GB" dirty="0"/>
              <a:t>The graphical interface provides access to predefined queries and a custom query builder. Parameter values are populated dynamically from the database through dropdown menus, and related fields cascade automatically. For example, selecting a course filters the list of lecturers to those associated with that course.</a:t>
            </a:r>
          </a:p>
        </p:txBody>
      </p:sp>
      <p:sp>
        <p:nvSpPr>
          <p:cNvPr id="2" name="Text Placeholder 1">
            <a:extLst>
              <a:ext uri="{FF2B5EF4-FFF2-40B4-BE49-F238E27FC236}">
                <a16:creationId xmlns:a16="http://schemas.microsoft.com/office/drawing/2014/main" id="{DBE88B0A-254C-D4F9-E899-05A60D7E0ABB}"/>
              </a:ext>
            </a:extLst>
          </p:cNvPr>
          <p:cNvSpPr>
            <a:spLocks noGrp="1"/>
          </p:cNvSpPr>
          <p:nvPr>
            <p:ph type="body" sz="quarter" idx="16"/>
          </p:nvPr>
        </p:nvSpPr>
        <p:spPr/>
        <p:txBody>
          <a:bodyPr/>
          <a:lstStyle/>
          <a:p>
            <a:r>
              <a:rPr lang="en-GB" dirty="0"/>
              <a:t>Live application demo 4 to 5 mins</a:t>
            </a:r>
            <a:endParaRPr lang="en-US" dirty="0"/>
          </a:p>
        </p:txBody>
      </p:sp>
      <p:sp>
        <p:nvSpPr>
          <p:cNvPr id="3" name="Slide Number Placeholder 2">
            <a:extLst>
              <a:ext uri="{FF2B5EF4-FFF2-40B4-BE49-F238E27FC236}">
                <a16:creationId xmlns:a16="http://schemas.microsoft.com/office/drawing/2014/main" id="{0F33884D-5BBF-719F-829E-694F1C1D2BD2}"/>
              </a:ext>
            </a:extLst>
          </p:cNvPr>
          <p:cNvSpPr>
            <a:spLocks noGrp="1"/>
          </p:cNvSpPr>
          <p:nvPr>
            <p:ph type="sldNum" sz="quarter" idx="4"/>
          </p:nvPr>
        </p:nvSpPr>
        <p:spPr/>
        <p:txBody>
          <a:bodyPr/>
          <a:lstStyle/>
          <a:p>
            <a:fld id="{4FAB73BC-B049-4115-A692-8D63A059BFB8}" type="slidenum">
              <a:rPr lang="en-US" smtClean="0"/>
              <a:pPr/>
              <a:t>10</a:t>
            </a:fld>
            <a:endParaRPr lang="en-US" dirty="0"/>
          </a:p>
        </p:txBody>
      </p:sp>
      <p:sp>
        <p:nvSpPr>
          <p:cNvPr id="18" name="Text Placeholder 119">
            <a:extLst>
              <a:ext uri="{FF2B5EF4-FFF2-40B4-BE49-F238E27FC236}">
                <a16:creationId xmlns:a16="http://schemas.microsoft.com/office/drawing/2014/main" id="{FC45ACBE-E120-0745-1B1D-FFD4720755DC}"/>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4F184082-698F-C264-6255-1005F81E9A19}"/>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2152370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4F47-32FB-1CF0-0874-71341D799D62}"/>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4DB51493-6750-E5F5-BE11-9AF9F44B0405}"/>
              </a:ext>
            </a:extLst>
          </p:cNvPr>
          <p:cNvSpPr>
            <a:spLocks noGrp="1"/>
          </p:cNvSpPr>
          <p:nvPr>
            <p:ph type="title"/>
          </p:nvPr>
        </p:nvSpPr>
        <p:spPr/>
        <p:txBody>
          <a:bodyPr/>
          <a:lstStyle/>
          <a:p>
            <a:r>
              <a:rPr lang="en-GB" b="1" dirty="0"/>
              <a:t>University Record Management System</a:t>
            </a:r>
            <a:endParaRPr lang="en-US" dirty="0"/>
          </a:p>
        </p:txBody>
      </p:sp>
      <p:sp>
        <p:nvSpPr>
          <p:cNvPr id="13" name="Content Placeholder 12">
            <a:extLst>
              <a:ext uri="{FF2B5EF4-FFF2-40B4-BE49-F238E27FC236}">
                <a16:creationId xmlns:a16="http://schemas.microsoft.com/office/drawing/2014/main" id="{2132D087-7093-AD94-89B6-BD5BCF8D28B1}"/>
              </a:ext>
            </a:extLst>
          </p:cNvPr>
          <p:cNvSpPr>
            <a:spLocks noGrp="1"/>
          </p:cNvSpPr>
          <p:nvPr>
            <p:ph sz="quarter" idx="13"/>
          </p:nvPr>
        </p:nvSpPr>
        <p:spPr/>
        <p:txBody>
          <a:bodyPr>
            <a:normAutofit lnSpcReduction="10000"/>
          </a:bodyPr>
          <a:lstStyle/>
          <a:p>
            <a:pPr marL="0" indent="0">
              <a:buNone/>
            </a:pPr>
            <a:r>
              <a:rPr lang="en-GB" dirty="0"/>
              <a:t>Query Demonstration</a:t>
            </a:r>
          </a:p>
          <a:p>
            <a:r>
              <a:rPr lang="en-GB" dirty="0"/>
              <a:t>Students enrolled in a course</a:t>
            </a:r>
          </a:p>
          <a:p>
            <a:r>
              <a:rPr lang="en-GB" dirty="0"/>
              <a:t>Students above the grade threshold</a:t>
            </a:r>
          </a:p>
          <a:p>
            <a:r>
              <a:rPr lang="en-GB" dirty="0"/>
              <a:t>Students not registered</a:t>
            </a:r>
          </a:p>
          <a:p>
            <a:r>
              <a:rPr lang="en-GB" dirty="0"/>
              <a:t>Advisor details</a:t>
            </a:r>
          </a:p>
          <a:p>
            <a:r>
              <a:rPr lang="en-GB" dirty="0"/>
              <a:t>Lecturer expertise</a:t>
            </a:r>
          </a:p>
          <a:p>
            <a:endParaRPr lang="en-GB" dirty="0"/>
          </a:p>
          <a:p>
            <a:r>
              <a:rPr lang="en-GB" dirty="0"/>
              <a:t>The system implements nine parameterised queries. These queries demonstrate joins, aggregation, subqueries, filtering and relationship traversal across the database.</a:t>
            </a:r>
          </a:p>
        </p:txBody>
      </p:sp>
      <p:sp>
        <p:nvSpPr>
          <p:cNvPr id="2" name="Text Placeholder 1">
            <a:extLst>
              <a:ext uri="{FF2B5EF4-FFF2-40B4-BE49-F238E27FC236}">
                <a16:creationId xmlns:a16="http://schemas.microsoft.com/office/drawing/2014/main" id="{DF0B8EF8-E234-34F1-6785-0184E7F89A0B}"/>
              </a:ext>
            </a:extLst>
          </p:cNvPr>
          <p:cNvSpPr>
            <a:spLocks noGrp="1"/>
          </p:cNvSpPr>
          <p:nvPr>
            <p:ph type="body" sz="quarter" idx="16"/>
          </p:nvPr>
        </p:nvSpPr>
        <p:spPr/>
        <p:txBody>
          <a:bodyPr/>
          <a:lstStyle/>
          <a:p>
            <a:r>
              <a:rPr lang="en-GB"/>
              <a:t>Live application demo 4 to 5 mins </a:t>
            </a:r>
            <a:endParaRPr lang="en-US" dirty="0"/>
          </a:p>
        </p:txBody>
      </p:sp>
      <p:sp>
        <p:nvSpPr>
          <p:cNvPr id="3" name="Slide Number Placeholder 2">
            <a:extLst>
              <a:ext uri="{FF2B5EF4-FFF2-40B4-BE49-F238E27FC236}">
                <a16:creationId xmlns:a16="http://schemas.microsoft.com/office/drawing/2014/main" id="{D7FD73C5-90EA-ECAF-7A85-6A9EE1B309DE}"/>
              </a:ext>
            </a:extLst>
          </p:cNvPr>
          <p:cNvSpPr>
            <a:spLocks noGrp="1"/>
          </p:cNvSpPr>
          <p:nvPr>
            <p:ph type="sldNum" sz="quarter" idx="4"/>
          </p:nvPr>
        </p:nvSpPr>
        <p:spPr/>
        <p:txBody>
          <a:bodyPr/>
          <a:lstStyle/>
          <a:p>
            <a:fld id="{4FAB73BC-B049-4115-A692-8D63A059BFB8}" type="slidenum">
              <a:rPr lang="en-US" smtClean="0"/>
              <a:pPr/>
              <a:t>11</a:t>
            </a:fld>
            <a:endParaRPr lang="en-US" dirty="0"/>
          </a:p>
        </p:txBody>
      </p:sp>
      <p:sp>
        <p:nvSpPr>
          <p:cNvPr id="18" name="Text Placeholder 119">
            <a:extLst>
              <a:ext uri="{FF2B5EF4-FFF2-40B4-BE49-F238E27FC236}">
                <a16:creationId xmlns:a16="http://schemas.microsoft.com/office/drawing/2014/main" id="{9AEC6EFC-712C-2D05-6327-901E8B3CD852}"/>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089DD1CF-BE2F-32B3-CB21-9F1D1AEF5673}"/>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809840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EDD85-B317-0C95-B7A6-B7CB9EF3264F}"/>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040E65DA-FCD1-AB3B-8D7C-625E6F69A216}"/>
              </a:ext>
            </a:extLst>
          </p:cNvPr>
          <p:cNvSpPr>
            <a:spLocks noGrp="1"/>
          </p:cNvSpPr>
          <p:nvPr>
            <p:ph type="title"/>
          </p:nvPr>
        </p:nvSpPr>
        <p:spPr/>
        <p:txBody>
          <a:bodyPr/>
          <a:lstStyle/>
          <a:p>
            <a:r>
              <a:rPr lang="en-GB" b="1" dirty="0"/>
              <a:t>University Record Management System</a:t>
            </a:r>
            <a:endParaRPr lang="en-US" dirty="0"/>
          </a:p>
        </p:txBody>
      </p:sp>
      <p:sp>
        <p:nvSpPr>
          <p:cNvPr id="13" name="Content Placeholder 12">
            <a:extLst>
              <a:ext uri="{FF2B5EF4-FFF2-40B4-BE49-F238E27FC236}">
                <a16:creationId xmlns:a16="http://schemas.microsoft.com/office/drawing/2014/main" id="{D9FBABF7-E932-12B7-53E6-F3CF67DFBAFE}"/>
              </a:ext>
            </a:extLst>
          </p:cNvPr>
          <p:cNvSpPr>
            <a:spLocks noGrp="1"/>
          </p:cNvSpPr>
          <p:nvPr>
            <p:ph sz="quarter" idx="13"/>
          </p:nvPr>
        </p:nvSpPr>
        <p:spPr>
          <a:xfrm>
            <a:off x="548640" y="2402597"/>
            <a:ext cx="10288693" cy="3925051"/>
          </a:xfrm>
        </p:spPr>
        <p:txBody>
          <a:bodyPr>
            <a:normAutofit fontScale="92500" lnSpcReduction="20000"/>
          </a:bodyPr>
          <a:lstStyle/>
          <a:p>
            <a:r>
              <a:rPr lang="en-GB" dirty="0"/>
              <a:t>Security</a:t>
            </a:r>
          </a:p>
          <a:p>
            <a:r>
              <a:rPr lang="en-GB" dirty="0"/>
              <a:t>Parameter binding</a:t>
            </a:r>
          </a:p>
          <a:p>
            <a:r>
              <a:rPr lang="en-GB" dirty="0"/>
              <a:t>Identifier whitelist</a:t>
            </a:r>
          </a:p>
          <a:p>
            <a:r>
              <a:rPr lang="en-GB" dirty="0"/>
              <a:t>Testing110 unit tests</a:t>
            </a:r>
          </a:p>
          <a:p>
            <a:r>
              <a:rPr lang="en-GB" dirty="0"/>
              <a:t>GUI tests</a:t>
            </a:r>
          </a:p>
          <a:p>
            <a:r>
              <a:rPr lang="en-GB" dirty="0"/>
              <a:t>CLI tests</a:t>
            </a:r>
          </a:p>
          <a:p>
            <a:r>
              <a:rPr lang="en-GB" dirty="0"/>
              <a:t>Query tests</a:t>
            </a:r>
          </a:p>
          <a:p>
            <a:r>
              <a:rPr lang="en-GB" dirty="0"/>
              <a:t>Data integrity tests</a:t>
            </a:r>
          </a:p>
          <a:p>
            <a:pPr marL="0" indent="0">
              <a:buNone/>
            </a:pPr>
            <a:r>
              <a:rPr lang="en-GB" dirty="0"/>
              <a:t>Security was addressed using parameterised queries and a controlled whitelist of tables and columns. Automated testing covers every major module within the application, including the query engine, interfaces, database layer, and query builder. The full test suite executes in approximately half a second.</a:t>
            </a:r>
          </a:p>
          <a:p>
            <a:endParaRPr lang="en-GB" dirty="0"/>
          </a:p>
          <a:p>
            <a:endParaRPr lang="en-GB" dirty="0"/>
          </a:p>
          <a:p>
            <a:endParaRPr lang="en-GB" dirty="0"/>
          </a:p>
        </p:txBody>
      </p:sp>
      <p:sp>
        <p:nvSpPr>
          <p:cNvPr id="2" name="Text Placeholder 1">
            <a:extLst>
              <a:ext uri="{FF2B5EF4-FFF2-40B4-BE49-F238E27FC236}">
                <a16:creationId xmlns:a16="http://schemas.microsoft.com/office/drawing/2014/main" id="{A49737BC-CB10-9C66-9218-7DEADB66BA0D}"/>
              </a:ext>
            </a:extLst>
          </p:cNvPr>
          <p:cNvSpPr>
            <a:spLocks noGrp="1"/>
          </p:cNvSpPr>
          <p:nvPr>
            <p:ph type="body" sz="quarter" idx="16"/>
          </p:nvPr>
        </p:nvSpPr>
        <p:spPr/>
        <p:txBody>
          <a:bodyPr/>
          <a:lstStyle/>
          <a:p>
            <a:r>
              <a:rPr lang="en-GB" dirty="0"/>
              <a:t>Security and Testing Unit test – 1 min</a:t>
            </a:r>
            <a:endParaRPr lang="en-US" dirty="0"/>
          </a:p>
        </p:txBody>
      </p:sp>
      <p:sp>
        <p:nvSpPr>
          <p:cNvPr id="3" name="Slide Number Placeholder 2">
            <a:extLst>
              <a:ext uri="{FF2B5EF4-FFF2-40B4-BE49-F238E27FC236}">
                <a16:creationId xmlns:a16="http://schemas.microsoft.com/office/drawing/2014/main" id="{587D1ADD-A5A9-E3E8-364C-BDF98AE3DBEF}"/>
              </a:ext>
            </a:extLst>
          </p:cNvPr>
          <p:cNvSpPr>
            <a:spLocks noGrp="1"/>
          </p:cNvSpPr>
          <p:nvPr>
            <p:ph type="sldNum" sz="quarter" idx="4"/>
          </p:nvPr>
        </p:nvSpPr>
        <p:spPr/>
        <p:txBody>
          <a:bodyPr/>
          <a:lstStyle/>
          <a:p>
            <a:fld id="{4FAB73BC-B049-4115-A692-8D63A059BFB8}" type="slidenum">
              <a:rPr lang="en-US" smtClean="0"/>
              <a:pPr/>
              <a:t>12</a:t>
            </a:fld>
            <a:endParaRPr lang="en-US" dirty="0"/>
          </a:p>
        </p:txBody>
      </p:sp>
      <p:sp>
        <p:nvSpPr>
          <p:cNvPr id="18" name="Text Placeholder 119">
            <a:extLst>
              <a:ext uri="{FF2B5EF4-FFF2-40B4-BE49-F238E27FC236}">
                <a16:creationId xmlns:a16="http://schemas.microsoft.com/office/drawing/2014/main" id="{EA5D6412-0689-BB68-33F8-7262DAD40B2F}"/>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01F4C003-FA74-A0C9-E761-682978D98BCC}"/>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3780595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a:xfrm>
            <a:off x="568856" y="488586"/>
            <a:ext cx="10805160" cy="707886"/>
          </a:xfrm>
        </p:spPr>
        <p:txBody>
          <a:bodyPr/>
          <a:lstStyle/>
          <a:p>
            <a:r>
              <a:rPr lang="en-GB" b="1" dirty="0"/>
              <a:t>University Record Management System</a:t>
            </a:r>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a:xfrm>
            <a:off x="6312063" y="1916834"/>
            <a:ext cx="4389121" cy="1581181"/>
          </a:xfrm>
        </p:spPr>
        <p:txBody>
          <a:bodyPr/>
          <a:lstStyle/>
          <a:p>
            <a:pPr marL="285750" indent="-285750">
              <a:buFont typeface="Arial" panose="020B0604020202020204" pitchFamily="34" charset="0"/>
              <a:buChar char="•"/>
            </a:pPr>
            <a:r>
              <a:rPr lang="en-GB" sz="2000" dirty="0"/>
              <a:t>Layered design</a:t>
            </a:r>
          </a:p>
          <a:p>
            <a:pPr marL="285750" indent="-285750">
              <a:buFont typeface="Arial" panose="020B0604020202020204" pitchFamily="34" charset="0"/>
              <a:buChar char="•"/>
            </a:pPr>
            <a:r>
              <a:rPr lang="en-GB" sz="2000" dirty="0"/>
              <a:t>Dual database support</a:t>
            </a:r>
          </a:p>
          <a:p>
            <a:pPr marL="285750" indent="-285750">
              <a:buFont typeface="Arial" panose="020B0604020202020204" pitchFamily="34" charset="0"/>
              <a:buChar char="•"/>
            </a:pPr>
            <a:r>
              <a:rPr lang="en-GB" sz="2000" dirty="0"/>
              <a:t>Query builder</a:t>
            </a:r>
          </a:p>
          <a:p>
            <a:pPr marL="285750" indent="-285750">
              <a:buFont typeface="Arial" panose="020B0604020202020204" pitchFamily="34" charset="0"/>
              <a:buChar char="•"/>
            </a:pPr>
            <a:r>
              <a:rPr lang="en-GB" sz="2000" dirty="0"/>
              <a:t>Strong test coverage</a:t>
            </a:r>
          </a:p>
        </p:txBody>
      </p:sp>
      <p:sp>
        <p:nvSpPr>
          <p:cNvPr id="24" name="Text Placeholder 23">
            <a:extLst>
              <a:ext uri="{FF2B5EF4-FFF2-40B4-BE49-F238E27FC236}">
                <a16:creationId xmlns:a16="http://schemas.microsoft.com/office/drawing/2014/main" id="{2BE63BA8-EAF4-4B88-8D23-BEF6AA60CC23}"/>
              </a:ext>
            </a:extLst>
          </p:cNvPr>
          <p:cNvSpPr>
            <a:spLocks noGrp="1"/>
          </p:cNvSpPr>
          <p:nvPr>
            <p:ph type="body" sz="quarter" idx="16"/>
          </p:nvPr>
        </p:nvSpPr>
        <p:spPr/>
        <p:txBody>
          <a:bodyPr/>
          <a:lstStyle/>
          <a:p>
            <a:r>
              <a:rPr lang="en-GB" dirty="0"/>
              <a:t>Strengths</a:t>
            </a:r>
          </a:p>
        </p:txBody>
      </p:sp>
      <p:sp>
        <p:nvSpPr>
          <p:cNvPr id="23" name="Content Placeholder 22">
            <a:extLst>
              <a:ext uri="{FF2B5EF4-FFF2-40B4-BE49-F238E27FC236}">
                <a16:creationId xmlns:a16="http://schemas.microsoft.com/office/drawing/2014/main" id="{2F8BDB9A-6E49-4052-924A-83FDD2B0A487}"/>
              </a:ext>
            </a:extLst>
          </p:cNvPr>
          <p:cNvSpPr>
            <a:spLocks noGrp="1"/>
          </p:cNvSpPr>
          <p:nvPr>
            <p:ph sz="quarter" idx="22"/>
          </p:nvPr>
        </p:nvSpPr>
        <p:spPr>
          <a:xfrm>
            <a:off x="5519936" y="3869527"/>
            <a:ext cx="5392925" cy="554699"/>
          </a:xfrm>
        </p:spPr>
        <p:txBody>
          <a:bodyPr/>
          <a:lstStyle/>
          <a:p>
            <a:r>
              <a:rPr lang="en-GB" sz="2000" dirty="0"/>
              <a:t>Teaching is currently derived from enrolments</a:t>
            </a:r>
          </a:p>
        </p:txBody>
      </p:sp>
      <p:sp>
        <p:nvSpPr>
          <p:cNvPr id="25" name="Text Placeholder 24">
            <a:extLst>
              <a:ext uri="{FF2B5EF4-FFF2-40B4-BE49-F238E27FC236}">
                <a16:creationId xmlns:a16="http://schemas.microsoft.com/office/drawing/2014/main" id="{34818BA8-E954-4497-B8B9-B67D92F6032D}"/>
              </a:ext>
            </a:extLst>
          </p:cNvPr>
          <p:cNvSpPr>
            <a:spLocks noGrp="1"/>
          </p:cNvSpPr>
          <p:nvPr>
            <p:ph type="body" sz="quarter" idx="23"/>
          </p:nvPr>
        </p:nvSpPr>
        <p:spPr/>
        <p:txBody>
          <a:bodyPr/>
          <a:lstStyle/>
          <a:p>
            <a:r>
              <a:rPr lang="en-GB" dirty="0"/>
              <a:t>Limitation</a:t>
            </a:r>
          </a:p>
        </p:txBody>
      </p:sp>
      <p:sp>
        <p:nvSpPr>
          <p:cNvPr id="3" name="Slide Number Placeholder 2">
            <a:extLst>
              <a:ext uri="{FF2B5EF4-FFF2-40B4-BE49-F238E27FC236}">
                <a16:creationId xmlns:a16="http://schemas.microsoft.com/office/drawing/2014/main" id="{1B0F4F9B-7D29-4BED-87FB-3F3D1724712B}"/>
              </a:ext>
            </a:extLst>
          </p:cNvPr>
          <p:cNvSpPr>
            <a:spLocks noGrp="1"/>
          </p:cNvSpPr>
          <p:nvPr>
            <p:ph type="sldNum" sz="quarter" idx="4"/>
          </p:nvPr>
        </p:nvSpPr>
        <p:spPr/>
        <p:txBody>
          <a:bodyPr/>
          <a:lstStyle/>
          <a:p>
            <a:fld id="{4FAB73BC-B049-4115-A692-8D63A059BFB8}" type="slidenum">
              <a:rPr lang="en-US" smtClean="0"/>
              <a:pPr/>
              <a:t>13</a:t>
            </a:fld>
            <a:endParaRPr lang="en-US" dirty="0"/>
          </a:p>
        </p:txBody>
      </p:sp>
      <p:sp>
        <p:nvSpPr>
          <p:cNvPr id="34" name="Content Placeholder 33">
            <a:extLst>
              <a:ext uri="{FF2B5EF4-FFF2-40B4-BE49-F238E27FC236}">
                <a16:creationId xmlns:a16="http://schemas.microsoft.com/office/drawing/2014/main" id="{38AA8C13-AFD3-4C46-AEA7-67BEBF73986D}"/>
              </a:ext>
            </a:extLst>
          </p:cNvPr>
          <p:cNvSpPr>
            <a:spLocks noGrp="1"/>
          </p:cNvSpPr>
          <p:nvPr>
            <p:ph sz="quarter" idx="25"/>
          </p:nvPr>
        </p:nvSpPr>
        <p:spPr>
          <a:xfrm>
            <a:off x="3431704" y="4805608"/>
            <a:ext cx="6406864" cy="1845567"/>
          </a:xfrm>
        </p:spPr>
        <p:txBody>
          <a:bodyPr/>
          <a:lstStyle/>
          <a:p>
            <a:pPr lvl="8"/>
            <a:r>
              <a:rPr lang="en-GB" sz="2000" dirty="0"/>
              <a:t>Course-Lecturer assignment table</a:t>
            </a:r>
          </a:p>
          <a:p>
            <a:pPr lvl="8"/>
            <a:r>
              <a:rPr lang="en-GB" sz="2000" dirty="0"/>
              <a:t>Authentication</a:t>
            </a:r>
          </a:p>
          <a:p>
            <a:pPr lvl="8"/>
            <a:r>
              <a:rPr lang="en-GB" sz="2000" dirty="0"/>
              <a:t>Role-based access</a:t>
            </a:r>
          </a:p>
          <a:p>
            <a:pPr lvl="8"/>
            <a:r>
              <a:rPr lang="en-GB" sz="2000" dirty="0"/>
              <a:t>Report generation</a:t>
            </a:r>
          </a:p>
          <a:p>
            <a:pPr lvl="8"/>
            <a:r>
              <a:rPr lang="en-GB" sz="2000" dirty="0"/>
              <a:t>Web deployment</a:t>
            </a:r>
            <a:endParaRPr lang="en-US" sz="2000" dirty="0"/>
          </a:p>
        </p:txBody>
      </p:sp>
      <p:sp>
        <p:nvSpPr>
          <p:cNvPr id="4" name="Text Placeholder 3">
            <a:extLst>
              <a:ext uri="{FF2B5EF4-FFF2-40B4-BE49-F238E27FC236}">
                <a16:creationId xmlns:a16="http://schemas.microsoft.com/office/drawing/2014/main" id="{B9105FAE-96F0-43A6-B386-AAE4E62C6E85}"/>
              </a:ext>
            </a:extLst>
          </p:cNvPr>
          <p:cNvSpPr>
            <a:spLocks noGrp="1"/>
          </p:cNvSpPr>
          <p:nvPr>
            <p:ph type="body" sz="quarter" idx="26"/>
          </p:nvPr>
        </p:nvSpPr>
        <p:spPr/>
        <p:txBody>
          <a:bodyPr/>
          <a:lstStyle/>
          <a:p>
            <a:r>
              <a:rPr lang="en-GB" dirty="0"/>
              <a:t>Future Work</a:t>
            </a:r>
          </a:p>
        </p:txBody>
      </p:sp>
      <p:sp>
        <p:nvSpPr>
          <p:cNvPr id="29" name="Text Placeholder 119">
            <a:extLst>
              <a:ext uri="{FF2B5EF4-FFF2-40B4-BE49-F238E27FC236}">
                <a16:creationId xmlns:a16="http://schemas.microsoft.com/office/drawing/2014/main" id="{4DE3975B-F441-486B-9317-C176CC96BC6F}"/>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cxnSp>
        <p:nvCxnSpPr>
          <p:cNvPr id="38" name="Straight Connector 37">
            <a:extLst>
              <a:ext uri="{FF2B5EF4-FFF2-40B4-BE49-F238E27FC236}">
                <a16:creationId xmlns:a16="http://schemas.microsoft.com/office/drawing/2014/main" id="{66F01420-E00A-46BC-9AE5-EDE89E81F291}"/>
              </a:ext>
              <a:ext uri="{C183D7F6-B498-43B3-948B-1728B52AA6E4}">
                <adec:decorative xmlns:adec="http://schemas.microsoft.com/office/drawing/2017/decorative" val="1"/>
              </a:ext>
            </a:extLst>
          </p:cNvPr>
          <p:cNvCxnSpPr/>
          <p:nvPr/>
        </p:nvCxnSpPr>
        <p:spPr>
          <a:xfrm>
            <a:off x="548640" y="3717032"/>
            <a:ext cx="4389120" cy="0"/>
          </a:xfrm>
          <a:prstGeom prst="line">
            <a:avLst/>
          </a:prstGeom>
          <a:ln w="19050"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D210877-354A-400E-B4FF-A1264FC8AB56}"/>
              </a:ext>
              <a:ext uri="{C183D7F6-B498-43B3-948B-1728B52AA6E4}">
                <adec:decorative xmlns:adec="http://schemas.microsoft.com/office/drawing/2017/decorative" val="1"/>
              </a:ext>
            </a:extLst>
          </p:cNvPr>
          <p:cNvCxnSpPr/>
          <p:nvPr/>
        </p:nvCxnSpPr>
        <p:spPr>
          <a:xfrm>
            <a:off x="548640" y="4581128"/>
            <a:ext cx="3200400" cy="0"/>
          </a:xfrm>
          <a:prstGeom prst="line">
            <a:avLst/>
          </a:prstGeom>
          <a:ln w="19050"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A17271FA-05C3-DA97-547E-C132993CE0A1}"/>
              </a:ext>
            </a:extLst>
          </p:cNvPr>
          <p:cNvPicPr>
            <a:picLocks noChangeAspect="1"/>
          </p:cNvPicPr>
          <p:nvPr/>
        </p:nvPicPr>
        <p:blipFill>
          <a:blip r:embed="rId3"/>
          <a:stretch>
            <a:fillRect/>
          </a:stretch>
        </p:blipFill>
        <p:spPr>
          <a:xfrm>
            <a:off x="335360" y="1247001"/>
            <a:ext cx="10839627" cy="646232"/>
          </a:xfrm>
          <a:prstGeom prst="rect">
            <a:avLst/>
          </a:prstGeom>
        </p:spPr>
      </p:pic>
    </p:spTree>
    <p:extLst>
      <p:ext uri="{BB962C8B-B14F-4D97-AF65-F5344CB8AC3E}">
        <p14:creationId xmlns:p14="http://schemas.microsoft.com/office/powerpoint/2010/main" val="2275175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44E2F-69EE-D105-D95C-D22672ADBD08}"/>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4A89D4C3-2A85-46AC-36F6-3B8D6447BC2E}"/>
              </a:ext>
            </a:extLst>
          </p:cNvPr>
          <p:cNvSpPr>
            <a:spLocks noGrp="1"/>
          </p:cNvSpPr>
          <p:nvPr>
            <p:ph type="title"/>
          </p:nvPr>
        </p:nvSpPr>
        <p:spPr/>
        <p:txBody>
          <a:bodyPr/>
          <a:lstStyle/>
          <a:p>
            <a:r>
              <a:rPr lang="en-GB" b="1" dirty="0"/>
              <a:t>University Record Management System</a:t>
            </a:r>
            <a:endParaRPr lang="en-US" dirty="0"/>
          </a:p>
        </p:txBody>
      </p:sp>
      <p:sp>
        <p:nvSpPr>
          <p:cNvPr id="13" name="Content Placeholder 12">
            <a:extLst>
              <a:ext uri="{FF2B5EF4-FFF2-40B4-BE49-F238E27FC236}">
                <a16:creationId xmlns:a16="http://schemas.microsoft.com/office/drawing/2014/main" id="{95F7A683-C4BC-9D8E-57D6-FCBE90BE724C}"/>
              </a:ext>
            </a:extLst>
          </p:cNvPr>
          <p:cNvSpPr>
            <a:spLocks noGrp="1"/>
          </p:cNvSpPr>
          <p:nvPr>
            <p:ph sz="quarter" idx="13"/>
          </p:nvPr>
        </p:nvSpPr>
        <p:spPr>
          <a:xfrm>
            <a:off x="548640" y="2402597"/>
            <a:ext cx="10288693" cy="3925051"/>
          </a:xfrm>
        </p:spPr>
        <p:txBody>
          <a:bodyPr>
            <a:normAutofit lnSpcReduction="10000"/>
          </a:bodyPr>
          <a:lstStyle/>
          <a:p>
            <a:pPr marL="0" indent="0">
              <a:buNone/>
            </a:pPr>
            <a:r>
              <a:rPr lang="en-GB" dirty="0"/>
              <a:t>Project Outcomes</a:t>
            </a:r>
          </a:p>
          <a:p>
            <a:pPr marL="0" indent="0">
              <a:buNone/>
            </a:pPr>
            <a:r>
              <a:rPr lang="en-GB" dirty="0"/>
              <a:t>✅ Normalised university database</a:t>
            </a:r>
          </a:p>
          <a:p>
            <a:pPr marL="0" indent="0">
              <a:buNone/>
            </a:pPr>
            <a:r>
              <a:rPr lang="en-GB" dirty="0"/>
              <a:t>✅ Dual SQLite/MySQL support</a:t>
            </a:r>
          </a:p>
          <a:p>
            <a:pPr marL="0" indent="0">
              <a:buNone/>
            </a:pPr>
            <a:r>
              <a:rPr lang="en-GB" dirty="0"/>
              <a:t>✅ GUI and CLI interfaces</a:t>
            </a:r>
          </a:p>
          <a:p>
            <a:pPr marL="0" indent="0">
              <a:buNone/>
            </a:pPr>
            <a:r>
              <a:rPr lang="en-GB" dirty="0"/>
              <a:t>✅ 9 parameterised queries</a:t>
            </a:r>
          </a:p>
          <a:p>
            <a:pPr marL="0" indent="0">
              <a:buNone/>
            </a:pPr>
            <a:r>
              <a:rPr lang="en-GB" dirty="0"/>
              <a:t>✅ Successful testing and UAT</a:t>
            </a:r>
          </a:p>
          <a:p>
            <a:pPr marL="0" indent="0">
              <a:buNone/>
            </a:pPr>
            <a:r>
              <a:rPr lang="en-GB" dirty="0"/>
              <a:t>In conclusion, the project successfully delivered a normalised university record management system that satisfies and exceeds the assignment requirements. The combination of strong database design, layered architecture, automated testing, and dual database support provides a solid foundation for future expansion into a multi-user production system.</a:t>
            </a:r>
          </a:p>
          <a:p>
            <a:endParaRPr lang="en-GB" dirty="0"/>
          </a:p>
          <a:p>
            <a:endParaRPr lang="en-GB" dirty="0"/>
          </a:p>
        </p:txBody>
      </p:sp>
      <p:sp>
        <p:nvSpPr>
          <p:cNvPr id="2" name="Text Placeholder 1">
            <a:extLst>
              <a:ext uri="{FF2B5EF4-FFF2-40B4-BE49-F238E27FC236}">
                <a16:creationId xmlns:a16="http://schemas.microsoft.com/office/drawing/2014/main" id="{5282EB74-B68E-0DA3-37BE-789CBEBD609D}"/>
              </a:ext>
            </a:extLst>
          </p:cNvPr>
          <p:cNvSpPr>
            <a:spLocks noGrp="1"/>
          </p:cNvSpPr>
          <p:nvPr>
            <p:ph type="body" sz="quarter" idx="16"/>
          </p:nvPr>
        </p:nvSpPr>
        <p:spPr/>
        <p:txBody>
          <a:bodyPr/>
          <a:lstStyle/>
          <a:p>
            <a:r>
              <a:rPr lang="en-GB" dirty="0"/>
              <a:t>Project outcome – 30 sec</a:t>
            </a:r>
            <a:endParaRPr lang="en-US" dirty="0"/>
          </a:p>
        </p:txBody>
      </p:sp>
      <p:sp>
        <p:nvSpPr>
          <p:cNvPr id="3" name="Slide Number Placeholder 2">
            <a:extLst>
              <a:ext uri="{FF2B5EF4-FFF2-40B4-BE49-F238E27FC236}">
                <a16:creationId xmlns:a16="http://schemas.microsoft.com/office/drawing/2014/main" id="{8BF63EB8-1134-D6C3-DCB3-F3CA65D16D09}"/>
              </a:ext>
            </a:extLst>
          </p:cNvPr>
          <p:cNvSpPr>
            <a:spLocks noGrp="1"/>
          </p:cNvSpPr>
          <p:nvPr>
            <p:ph type="sldNum" sz="quarter" idx="4"/>
          </p:nvPr>
        </p:nvSpPr>
        <p:spPr/>
        <p:txBody>
          <a:bodyPr/>
          <a:lstStyle/>
          <a:p>
            <a:fld id="{4FAB73BC-B049-4115-A692-8D63A059BFB8}" type="slidenum">
              <a:rPr lang="en-US" smtClean="0"/>
              <a:pPr/>
              <a:t>14</a:t>
            </a:fld>
            <a:endParaRPr lang="en-US" dirty="0"/>
          </a:p>
        </p:txBody>
      </p:sp>
      <p:sp>
        <p:nvSpPr>
          <p:cNvPr id="18" name="Text Placeholder 119">
            <a:extLst>
              <a:ext uri="{FF2B5EF4-FFF2-40B4-BE49-F238E27FC236}">
                <a16:creationId xmlns:a16="http://schemas.microsoft.com/office/drawing/2014/main" id="{40798D69-0722-A9B9-2FD1-66B0FEAEA554}"/>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6396C696-1ADA-8E7A-9FE8-5FD315086A4D}"/>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690439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72EE4-9C82-0A50-5B82-9640FCB40A3B}"/>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6FE38FF8-AA6C-1824-1069-625AED430847}"/>
              </a:ext>
            </a:extLst>
          </p:cNvPr>
          <p:cNvSpPr>
            <a:spLocks noGrp="1"/>
          </p:cNvSpPr>
          <p:nvPr>
            <p:ph type="title"/>
          </p:nvPr>
        </p:nvSpPr>
        <p:spPr/>
        <p:txBody>
          <a:bodyPr/>
          <a:lstStyle/>
          <a:p>
            <a:r>
              <a:rPr lang="en-GB" b="1" dirty="0"/>
              <a:t>University Record Management System</a:t>
            </a:r>
          </a:p>
        </p:txBody>
      </p:sp>
      <p:sp>
        <p:nvSpPr>
          <p:cNvPr id="13" name="Content Placeholder 12">
            <a:extLst>
              <a:ext uri="{FF2B5EF4-FFF2-40B4-BE49-F238E27FC236}">
                <a16:creationId xmlns:a16="http://schemas.microsoft.com/office/drawing/2014/main" id="{E36D3C8A-FE0C-9873-DFBA-0435A412D1FF}"/>
              </a:ext>
            </a:extLst>
          </p:cNvPr>
          <p:cNvSpPr>
            <a:spLocks noGrp="1"/>
          </p:cNvSpPr>
          <p:nvPr>
            <p:ph sz="quarter" idx="13"/>
          </p:nvPr>
        </p:nvSpPr>
        <p:spPr>
          <a:xfrm>
            <a:off x="548640" y="2384286"/>
            <a:ext cx="10288693" cy="3943362"/>
          </a:xfrm>
        </p:spPr>
        <p:txBody>
          <a:bodyPr>
            <a:normAutofit fontScale="77500" lnSpcReduction="20000"/>
          </a:bodyPr>
          <a:lstStyle/>
          <a:p>
            <a:pPr marL="0" indent="0">
              <a:buNone/>
            </a:pPr>
            <a:r>
              <a:rPr lang="en-GB" dirty="0"/>
              <a:t>Codd, E.F. (1970) 'A relational model of data for large shared data banks', Communications of the ACM, 13(6), pp. 377–387. Available at: </a:t>
            </a:r>
            <a:r>
              <a:rPr lang="en-GB" dirty="0">
                <a:hlinkClick r:id="rId3" tooltip="https://web.eecs.umich.edu/~michjc/eecs584/papers/codd_1970.pdf"/>
              </a:rPr>
              <a:t>https://web.eecs.umich.edu/~michjc/eecs584/Papers/codd_1970.pdf</a:t>
            </a:r>
            <a:r>
              <a:rPr lang="en-GB" dirty="0"/>
              <a:t> (Accessed: 20 July 2026). </a:t>
            </a:r>
          </a:p>
          <a:p>
            <a:pPr marL="0" indent="0">
              <a:buNone/>
            </a:pPr>
            <a:r>
              <a:rPr lang="en-GB" dirty="0"/>
              <a:t>European Parliament and Council of the European Union (2016) Regulation (EU) 2016/679 (General Data Protection Regulation). Available at: </a:t>
            </a:r>
            <a:r>
              <a:rPr lang="en-GB" dirty="0">
                <a:hlinkClick r:id="rId4" tooltip="https://eur-lex.europa.eu/legal-content/en/txt/pdf/?uri=celex:32016r0679"/>
              </a:rPr>
              <a:t>https://eur-lex.europa.eu/legal-content/EN/TXT/PDF/?uri=CELEX:32016R0679</a:t>
            </a:r>
            <a:r>
              <a:rPr lang="en-GB" dirty="0"/>
              <a:t> (Accessed: 20 July 2026).</a:t>
            </a:r>
          </a:p>
          <a:p>
            <a:pPr marL="0" indent="0">
              <a:buNone/>
            </a:pPr>
            <a:r>
              <a:rPr lang="en-GB" dirty="0" err="1"/>
              <a:t>Kishansing</a:t>
            </a:r>
            <a:r>
              <a:rPr lang="en-GB" dirty="0"/>
              <a:t>, D.G. and Suthar, S.M. (2014) 'Study of the ANSI/SPARC architecture', International Journal of Modern Trends in Engineering and Research, 1(3). Available at: </a:t>
            </a:r>
            <a:r>
              <a:rPr lang="en-GB" dirty="0">
                <a:hlinkClick r:id="rId5" tooltip="https://www.scispace.com/pdf/study-of-the-ansi-sparc-architecture-2r4jhs6alz.pdf"/>
              </a:rPr>
              <a:t>https://www.scispace.com/pdf/study-of-the-ansi-sparc-architecture-2r4jhs6alz.pdf</a:t>
            </a:r>
            <a:r>
              <a:rPr lang="en-GB" dirty="0"/>
              <a:t> (Accessed: 20 July 2026).</a:t>
            </a:r>
          </a:p>
          <a:p>
            <a:pPr marL="0" indent="0">
              <a:buNone/>
            </a:pPr>
            <a:r>
              <a:rPr lang="en-GB" dirty="0"/>
              <a:t>Lemburg, M.-A. (2001) PEP 249 – Python Database API Specification v2.0. Python Software Foundation. Available at: </a:t>
            </a:r>
            <a:r>
              <a:rPr lang="en-GB" dirty="0">
                <a:hlinkClick r:id="rId6" tooltip="https://peps.python.org/pep-0249/"/>
              </a:rPr>
              <a:t>https://peps.python.org/pep-0249/</a:t>
            </a:r>
            <a:r>
              <a:rPr lang="en-GB" dirty="0"/>
              <a:t> (Accessed: 20 July 2026).</a:t>
            </a:r>
          </a:p>
          <a:p>
            <a:pPr marL="0" indent="0">
              <a:buNone/>
            </a:pPr>
            <a:r>
              <a:rPr lang="en-GB" dirty="0"/>
              <a:t>OWASP Foundation (no date) SQL injection prevention cheat sheet. Available at: </a:t>
            </a:r>
            <a:r>
              <a:rPr lang="en-GB" dirty="0">
                <a:hlinkClick r:id="rId7" tooltip="https://cheatsheetseries.owasp.org/cheatsheets/sql_injection_prevention_cheat_sheet.html"/>
              </a:rPr>
              <a:t>https://cheatsheetseries.owasp.org/cheatsheets/SQL_Injection_Prevention_Cheat_Sheet.html</a:t>
            </a:r>
            <a:r>
              <a:rPr lang="en-GB" dirty="0"/>
              <a:t> (Accessed: 20 July 2026).</a:t>
            </a:r>
          </a:p>
          <a:p>
            <a:pPr marL="0" indent="0">
              <a:buNone/>
            </a:pPr>
            <a:r>
              <a:rPr lang="en-GB" dirty="0"/>
              <a:t>Ries, E. (no date) What is an MVP? Eric Ries explains. Lean Startup Co. Available at: </a:t>
            </a:r>
            <a:r>
              <a:rPr lang="en-GB" dirty="0">
                <a:hlinkClick r:id="rId8" tooltip="https://leanstartup.co/resources/articles/what-is-an-mvp/"/>
              </a:rPr>
              <a:t>https://leanstartup.co/resources/articles/what-is-an-mvp/</a:t>
            </a:r>
            <a:r>
              <a:rPr lang="en-GB" dirty="0"/>
              <a:t> (Accessed: 20 July 2026).</a:t>
            </a:r>
          </a:p>
          <a:p>
            <a:pPr marL="0" indent="0">
              <a:buNone/>
            </a:pPr>
            <a:r>
              <a:rPr lang="en-GB" dirty="0"/>
              <a:t>van Rossum, G., Warsaw, B. and Coghlan, A. (2001) PEP 8 – Style Guide for Python Code. Python Software Foundation. Available at: </a:t>
            </a:r>
            <a:r>
              <a:rPr lang="en-GB" dirty="0">
                <a:hlinkClick r:id="rId9" tooltip="https://peps.python.org/pep-0008/"/>
              </a:rPr>
              <a:t>https://peps.python.org/pep-0008/</a:t>
            </a:r>
            <a:r>
              <a:rPr lang="en-GB" dirty="0"/>
              <a:t> (Accessed: 20 July 2026).</a:t>
            </a:r>
          </a:p>
          <a:p>
            <a:endParaRPr lang="en-US" dirty="0"/>
          </a:p>
        </p:txBody>
      </p:sp>
      <p:sp>
        <p:nvSpPr>
          <p:cNvPr id="2" name="Text Placeholder 1">
            <a:extLst>
              <a:ext uri="{FF2B5EF4-FFF2-40B4-BE49-F238E27FC236}">
                <a16:creationId xmlns:a16="http://schemas.microsoft.com/office/drawing/2014/main" id="{289B4911-2279-A122-D70A-B90EB56984E3}"/>
              </a:ext>
            </a:extLst>
          </p:cNvPr>
          <p:cNvSpPr>
            <a:spLocks noGrp="1"/>
          </p:cNvSpPr>
          <p:nvPr>
            <p:ph type="body" sz="quarter" idx="16"/>
          </p:nvPr>
        </p:nvSpPr>
        <p:spPr/>
        <p:txBody>
          <a:bodyPr/>
          <a:lstStyle/>
          <a:p>
            <a:r>
              <a:rPr lang="en-US" dirty="0"/>
              <a:t>References</a:t>
            </a:r>
          </a:p>
        </p:txBody>
      </p:sp>
      <p:sp>
        <p:nvSpPr>
          <p:cNvPr id="3" name="Slide Number Placeholder 2">
            <a:extLst>
              <a:ext uri="{FF2B5EF4-FFF2-40B4-BE49-F238E27FC236}">
                <a16:creationId xmlns:a16="http://schemas.microsoft.com/office/drawing/2014/main" id="{8EBF4A56-7E72-4D2C-48DC-7F578BE3A841}"/>
              </a:ext>
            </a:extLst>
          </p:cNvPr>
          <p:cNvSpPr>
            <a:spLocks noGrp="1"/>
          </p:cNvSpPr>
          <p:nvPr>
            <p:ph type="sldNum" sz="quarter" idx="4"/>
          </p:nvPr>
        </p:nvSpPr>
        <p:spPr/>
        <p:txBody>
          <a:bodyPr/>
          <a:lstStyle/>
          <a:p>
            <a:fld id="{4FAB73BC-B049-4115-A692-8D63A059BFB8}" type="slidenum">
              <a:rPr lang="en-US" smtClean="0"/>
              <a:pPr/>
              <a:t>15</a:t>
            </a:fld>
            <a:endParaRPr lang="en-US" dirty="0"/>
          </a:p>
        </p:txBody>
      </p:sp>
      <p:sp>
        <p:nvSpPr>
          <p:cNvPr id="18" name="Text Placeholder 119">
            <a:extLst>
              <a:ext uri="{FF2B5EF4-FFF2-40B4-BE49-F238E27FC236}">
                <a16:creationId xmlns:a16="http://schemas.microsoft.com/office/drawing/2014/main" id="{0DE06F6B-5EB5-EEB3-B666-483BCE75DB78}"/>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9214D81E-E0E0-6D7E-49B4-EAA6E57E2B58}"/>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10"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39979180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ernClassicBlock-3">
  <a:themeElements>
    <a:clrScheme name="Custom 1">
      <a:dk1>
        <a:sysClr val="windowText" lastClr="000000"/>
      </a:dk1>
      <a:lt1>
        <a:sysClr val="window" lastClr="FFFFFF"/>
      </a:lt1>
      <a:dk2>
        <a:srgbClr val="43467B"/>
      </a:dk2>
      <a:lt2>
        <a:srgbClr val="DFE3E5"/>
      </a:lt2>
      <a:accent1>
        <a:srgbClr val="43467B"/>
      </a:accent1>
      <a:accent2>
        <a:srgbClr val="FCE8CA"/>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文件" ma:contentTypeID="0x010100259F28DA06672B4D916486F3754D84B6" ma:contentTypeVersion="7" ma:contentTypeDescription="建立新的文件。" ma:contentTypeScope="" ma:versionID="ea2422f0a2f5f9ceeb6fa27f472ba72d">
  <xsd:schema xmlns:xsd="http://www.w3.org/2001/XMLSchema" xmlns:xs="http://www.w3.org/2001/XMLSchema" xmlns:p="http://schemas.microsoft.com/office/2006/metadata/properties" xmlns:ns2="6fc9f351-7c69-444e-9407-be51579e6b54" targetNamespace="http://schemas.microsoft.com/office/2006/metadata/properties" ma:root="true" ma:fieldsID="d45ea433a737af7e167c5610ca95473a" ns2:_="">
    <xsd:import namespace="6fc9f351-7c69-444e-9407-be51579e6b5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c9f351-7c69-444e-9407-be51579e6b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A86D9CC-0D9D-4BFE-B3F3-26F480BF8C8A}">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8106BD98-E608-40A1-98A8-93D5976215CA}">
  <ds:schemaRefs>
    <ds:schemaRef ds:uri="http://schemas.microsoft.com/sharepoint/v3/contenttype/forms"/>
  </ds:schemaRefs>
</ds:datastoreItem>
</file>

<file path=customXml/itemProps3.xml><?xml version="1.0" encoding="utf-8"?>
<ds:datastoreItem xmlns:ds="http://schemas.openxmlformats.org/officeDocument/2006/customXml" ds:itemID="{87E2BA0E-68E9-42FF-BA1D-EE958370A877}"/>
</file>

<file path=docProps/app.xml><?xml version="1.0" encoding="utf-8"?>
<Properties xmlns="http://schemas.openxmlformats.org/officeDocument/2006/extended-properties" xmlns:vt="http://schemas.openxmlformats.org/officeDocument/2006/docPropsVTypes">
  <Template>Modern classic block presentation</Template>
  <TotalTime>1402</TotalTime>
  <Words>1278</Words>
  <Application>Microsoft Office PowerPoint</Application>
  <PresentationFormat>Widescreen</PresentationFormat>
  <Paragraphs>170</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Tw Cen MT</vt:lpstr>
      <vt:lpstr>Tw Cen MT Condensed</vt:lpstr>
      <vt:lpstr>Wingdings 3</vt:lpstr>
      <vt:lpstr>ModernClassicBlock-3</vt:lpstr>
      <vt:lpstr>MSc Data Science and Artificial Intelligence  University Of Liverpool  </vt:lpstr>
      <vt:lpstr>University Record Management System</vt:lpstr>
      <vt:lpstr>University Record Management System</vt:lpstr>
      <vt:lpstr>University Record Management System</vt:lpstr>
      <vt:lpstr>University Record Management System</vt:lpstr>
      <vt:lpstr>University Record Management System</vt:lpstr>
      <vt:lpstr>University Record Management System</vt:lpstr>
      <vt:lpstr>University Record Management System</vt:lpstr>
      <vt:lpstr>University Record Management System</vt:lpstr>
      <vt:lpstr>University Record Management System</vt:lpstr>
      <vt:lpstr>University Record Management System</vt:lpstr>
      <vt:lpstr>University Record Management System</vt:lpstr>
      <vt:lpstr>University Record Management System</vt:lpstr>
      <vt:lpstr>University Record Management System</vt:lpstr>
      <vt:lpstr>University Record Management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Joyce Adikini</dc:creator>
  <cp:lastModifiedBy>Joyce Adikini</cp:lastModifiedBy>
  <cp:revision>2</cp:revision>
  <dcterms:created xsi:type="dcterms:W3CDTF">2026-07-19T15:44:57Z</dcterms:created>
  <dcterms:modified xsi:type="dcterms:W3CDTF">2026-07-20T15:06:59Z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0x010100259F28DA06672B4D916486F3754D84B6</vt:lpwstr>
  </property>
</Properties>
</file>